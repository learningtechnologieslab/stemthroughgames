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926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640080" y="27889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Variables: Giving Data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Name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game remembers a score, a life count, or a timer — one value at a time.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You’ll Be Able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2F3C7E">
                <a:alpha val="20000"/>
              </a:srgbClr>
            </a:solidFill>
            <a:prstDash val="solid"/>
          </a:ln>
          <a:effectLst>
            <a:outerShdw blurRad="101600" dist="38100" dir="5400000" algn="bl" rotWithShape="0">
              <a:srgbClr val="2F3C7E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&amp; use variables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3657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named value that tracks score, lives, or time as your game runs.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2F3C7E">
                <a:alpha val="20000"/>
              </a:srgbClr>
            </a:solidFill>
            <a:prstDash val="solid"/>
          </a:ln>
          <a:effectLst>
            <a:outerShdw blurRad="101600" dist="38100" dir="5400000" algn="bl" rotWithShape="0">
              <a:srgbClr val="2F3C7E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62940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in abstractions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29400" y="3657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 variable as a labeled, changeable box that stands in for real game state.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Concept: Data representation &amp; abstraction — using a named value to represent game state.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· THE HUMAN SCOREBOARD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FFF9F0"/>
          </a:solidFill>
          <a:ln w="1905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26517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F3C7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FFF9F0"/>
          </a:solidFill>
          <a:ln w="1905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33172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52628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+2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26680" y="26517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F3C7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FFF9F0"/>
          </a:solidFill>
          <a:ln w="1905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33172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822960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Oops! Dropped marker: –1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number is erased — only the current value is ever visible. That’s a variable: a name (Score) holding exactly one value at a time.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3C7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Variable Is a Labeled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01168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133251" y="288036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87531" y="28803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never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33251" y="3657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7909560" y="201168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0956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5146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value inside the box changes. This is data representation and abstraction — one named value stands in for something happening in your game.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3C7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 Variable in Scratch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category → "Make a Variable" → name it "Score" → For all sprites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4206240" cy="685800"/>
          </a:xfrm>
          <a:prstGeom prst="roundRect">
            <a:avLst>
              <a:gd name="adj" fmla="val 46667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[Score] to (0)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4206240" cy="685800"/>
          </a:xfrm>
          <a:prstGeom prst="roundRect">
            <a:avLst>
              <a:gd name="adj" fmla="val 46667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[Score] by (1)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4480560"/>
            <a:ext cx="4206240" cy="685800"/>
          </a:xfrm>
          <a:prstGeom prst="roundRect">
            <a:avLst>
              <a:gd name="adj" fmla="val 46667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1500" dirty="0"/>
          </a:p>
        </p:txBody>
      </p:sp>
      <p:pic>
        <p:nvPicPr>
          <p:cNvPr id="14" name="Image 0" descr="/home/claude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5843016"/>
            <a:ext cx="256032" cy="2560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3C7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"set" vs. "change" — Know the Difference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F3C7E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4434840" cy="594360"/>
          </a:xfrm>
          <a:prstGeom prst="roundRect">
            <a:avLst>
              <a:gd name="adj" fmla="val 46154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[Score] to (0)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an EXACT value, no matter what it was before.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 reset the score at the start of a game.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F3C7E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37960" y="2011680"/>
            <a:ext cx="4434840" cy="594360"/>
          </a:xfrm>
          <a:prstGeom prst="roundRect">
            <a:avLst>
              <a:gd name="adj" fmla="val 46154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[Score] by (5)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whatever the value already is (use a negative number to subtract).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40233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429768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points should climb — or drop — from where they are now.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3C7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Variable Basics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1 — Reset on start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01168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green flag clicked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[Score] to (0)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2 — Count each press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201168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[space] key pressed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2468880"/>
            <a:ext cx="4480560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[Score] by (1)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9966960" cy="1737360"/>
          </a:xfrm>
          <a:prstGeom prst="roundRect">
            <a:avLst>
              <a:gd name="adj" fmla="val 5263"/>
            </a:avLst>
          </a:prstGeom>
          <a:solidFill>
            <a:srgbClr val="FFF9F0"/>
          </a:solidFill>
          <a:ln w="12700">
            <a:solidFill>
              <a:srgbClr val="2F3C7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416052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green flag, then press space a few times. Watch the monitor climb by 1 each press.
</a:t>
            </a:r>
            <a:r>
              <a:rPr lang="en-US" sz="14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Debug: </a:t>
            </a: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score keeps resetting to 0, check that "set [Score] to (0)" sits outside any forever loop.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3C7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Upgrade: Score &amp; Lives in "Avoid the Enemy"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⚑ flag clicked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green flag clicked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295144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2951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[Score] to (0)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7157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[Lives] to (3)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climbs over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87452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green flag clicked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0560" y="2295144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22951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36592" y="2715768"/>
            <a:ext cx="3127248" cy="365760"/>
          </a:xfrm>
          <a:prstGeom prst="roundRect">
            <a:avLst>
              <a:gd name="adj" fmla="val 20000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3752" y="2715768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(1) seconds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36592" y="3136392"/>
            <a:ext cx="3127248" cy="36576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73752" y="3136392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[Score] by (1)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9244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costs a life, not the game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1874520"/>
            <a:ext cx="3429000" cy="365760"/>
          </a:xfrm>
          <a:prstGeom prst="roundRect">
            <a:avLst>
              <a:gd name="adj" fmla="val 20000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1874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&lt;touching [Enemy]?&gt; then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48472" y="2295144"/>
            <a:ext cx="3172968" cy="365760"/>
          </a:xfrm>
          <a:prstGeom prst="roundRect">
            <a:avLst>
              <a:gd name="adj" fmla="val 20000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85632" y="2295144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[Lives] by (-1)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48472" y="2715768"/>
            <a:ext cx="3172968" cy="365760"/>
          </a:xfrm>
          <a:prstGeom prst="roundRect">
            <a:avLst>
              <a:gd name="adj" fmla="val 20000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85632" y="2715768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to x:(0) y:(0)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48472" y="3136392"/>
            <a:ext cx="3172968" cy="365760"/>
          </a:xfrm>
          <a:prstGeom prst="roundRect">
            <a:avLst>
              <a:gd name="adj" fmla="val 20000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85632" y="3136392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&lt;Lives = 0&gt; then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04504" y="3557016"/>
            <a:ext cx="2916936" cy="365760"/>
          </a:xfrm>
          <a:prstGeom prst="roundRect">
            <a:avLst>
              <a:gd name="adj" fmla="val 20000"/>
            </a:avLst>
          </a:prstGeom>
          <a:solidFill>
            <a:srgbClr val="FF66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741664" y="3557016"/>
            <a:ext cx="2642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[all]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0749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" y="507492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</a:t>
            </a: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enemy no longer ends the game instantly. It costs one life. The game only truly ends once Lives reaches 0 — while Score keeps climbing the whole time the player survives.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3C7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#1 Score/Lives Bug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DECEC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4663440" cy="402336"/>
          </a:xfrm>
          <a:prstGeom prst="roundRect">
            <a:avLst>
              <a:gd name="adj" fmla="val 18182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green flag clicked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4663440" cy="402336"/>
          </a:xfrm>
          <a:prstGeom prst="roundRect">
            <a:avLst>
              <a:gd name="adj" fmla="val 18182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124712" y="3291840"/>
            <a:ext cx="4407408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61872" y="3291840"/>
            <a:ext cx="4133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[Score] to (0)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124712" y="3749040"/>
            <a:ext cx="4407408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61872" y="3749040"/>
            <a:ext cx="4133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[Score] by (1)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5120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resets to 0 every single frame — it can never climb.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E9F7EF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0" y="2377440"/>
            <a:ext cx="4663440" cy="402336"/>
          </a:xfrm>
          <a:prstGeom prst="roundRect">
            <a:avLst>
              <a:gd name="adj" fmla="val 18182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23774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green flag clicked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2834640"/>
            <a:ext cx="4663440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28346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[Score] to (0)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3291840"/>
            <a:ext cx="4663440" cy="402336"/>
          </a:xfrm>
          <a:prstGeom prst="roundRect">
            <a:avLst>
              <a:gd name="adj" fmla="val 18182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32918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39712" y="3749040"/>
            <a:ext cx="4407408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76872" y="3749040"/>
            <a:ext cx="4133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[Score] by (1)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5120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"set" runs once outside the loop. "change" runs every frame inside it.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3C7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Are Everywhere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9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balance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29000" y="18288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9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42900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score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26480" y="18288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9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12648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reading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823960" y="18288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FF9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882396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timer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31520" y="4617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What’s the difference between set and change, in your own words?</a:t>
            </a:r>
            <a:endParaRPr lang="en-US" sz="1600" dirty="0"/>
          </a:p>
        </p:txBody>
      </p:sp>
      <p:pic>
        <p:nvPicPr>
          <p:cNvPr id="26" name="Picture 25" descr="Download Free Bank Icons in PNG &amp; SVG | Magnific (formerly ...">
            <a:extLst>
              <a:ext uri="{FF2B5EF4-FFF2-40B4-BE49-F238E27FC236}">
                <a16:creationId xmlns:a16="http://schemas.microsoft.com/office/drawing/2014/main" id="{9CAA4E9A-62AD-ADDE-F6DC-551E4BFCE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717" y="2122669"/>
            <a:ext cx="1113046" cy="11130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BC5072-E1F9-96E0-1AF3-03FAF4ED8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303" y="2119541"/>
            <a:ext cx="1461463" cy="1191618"/>
          </a:xfrm>
          <a:prstGeom prst="rect">
            <a:avLst/>
          </a:prstGeom>
        </p:spPr>
      </p:pic>
      <p:pic>
        <p:nvPicPr>
          <p:cNvPr id="29" name="Picture 28" descr="Temperature Icon, Transparent Temperature.PNG Images ...">
            <a:extLst>
              <a:ext uri="{FF2B5EF4-FFF2-40B4-BE49-F238E27FC236}">
                <a16:creationId xmlns:a16="http://schemas.microsoft.com/office/drawing/2014/main" id="{5138CEEB-7DF7-F878-6918-56B4BDBEE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328" y="2125416"/>
            <a:ext cx="1185743" cy="1185743"/>
          </a:xfrm>
          <a:prstGeom prst="rect">
            <a:avLst/>
          </a:prstGeom>
        </p:spPr>
      </p:pic>
      <p:pic>
        <p:nvPicPr>
          <p:cNvPr id="30" name="Picture 29" descr="Timer Game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0040E505-95DE-4AA8-D03F-F96E334F4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7160" y="2184676"/>
            <a:ext cx="1051039" cy="10510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697</Words>
  <Application>Microsoft Macintosh PowerPoint</Application>
  <PresentationFormat>Widescreen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4</cp:revision>
  <dcterms:created xsi:type="dcterms:W3CDTF">2026-07-15T14:35:53Z</dcterms:created>
  <dcterms:modified xsi:type="dcterms:W3CDTF">2026-07-15T19:02:48Z</dcterms:modified>
</cp:coreProperties>
</file>