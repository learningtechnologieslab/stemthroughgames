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83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77240" y="18745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If/Then: Making Decisions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logic, booleans, and the Avoid-the-Enemy game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PHYSICAL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Warm-Up: If You're... Then... Otherwise...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out a rule with two possible actions — check if it's true for you, then act: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9C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wearing something blue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put a hand on your head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214884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1217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(not wearing blue)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834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put both hands on your hips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7F7F9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3434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heard the exact same instruction, but different people did different things, </a:t>
            </a: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depending on whether the condition was true or false for them.</a:t>
            </a: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That's exactly what an </a:t>
            </a:r>
            <a:r>
              <a:rPr lang="en-US" sz="15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if/then/else</a:t>
            </a: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 does in code.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with 3-4 different simple, visible attributes (shoe type, sleeve length, etc.).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if/then vs. if/then/else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20640" cy="3813048"/>
          </a:xfrm>
          <a:prstGeom prst="roundRect">
            <a:avLst>
              <a:gd name="adj" fmla="val 2878"/>
            </a:avLst>
          </a:prstGeom>
          <a:solidFill>
            <a:srgbClr val="F7F7F9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556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then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AB19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2860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34440" y="2798064"/>
            <a:ext cx="4251960" cy="457200"/>
          </a:xfrm>
          <a:prstGeom prst="roundRect">
            <a:avLst>
              <a:gd name="adj" fmla="val 16000"/>
            </a:avLst>
          </a:prstGeom>
          <a:solidFill>
            <a:srgbClr val="FFAB19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279806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&lt;touching edge?&gt; then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4251960" cy="457200"/>
          </a:xfrm>
          <a:prstGeom prst="roundRect">
            <a:avLst>
              <a:gd name="adj" fmla="val 16000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33101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↻ (180) degrees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931920"/>
            <a:ext cx="45720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sprite bounces off the edge only when the condition is true. Nothing happens otherwise.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120640" cy="3813048"/>
          </a:xfrm>
          <a:prstGeom prst="roundRect">
            <a:avLst>
              <a:gd name="adj" fmla="val 2878"/>
            </a:avLst>
          </a:prstGeom>
          <a:solidFill>
            <a:srgbClr val="F7F7F9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17556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1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then / else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92240" y="22860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AB19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29400" y="22860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&lt;touching edge?&gt; then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12280" y="2798064"/>
            <a:ext cx="4251960" cy="457200"/>
          </a:xfrm>
          <a:prstGeom prst="roundRect">
            <a:avLst>
              <a:gd name="adj" fmla="val 16000"/>
            </a:avLst>
          </a:prstGeom>
          <a:solidFill>
            <a:srgbClr val="9966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0" y="279806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[Bouncing!]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3310128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AB19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29400" y="331012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3822192"/>
            <a:ext cx="4251960" cy="457200"/>
          </a:xfrm>
          <a:prstGeom prst="roundRect">
            <a:avLst>
              <a:gd name="adj" fmla="val 16000"/>
            </a:avLst>
          </a:prstGeom>
          <a:solidFill>
            <a:srgbClr val="9966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49440" y="38221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[Cruising...]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4443984"/>
            <a:ext cx="45720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there are two different paths — one for true, one for false.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55040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logic: code that checks a true/false question and picks a different path depending on the answer.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Sensing &amp; Comparison Operators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2743200" cy="685800"/>
          </a:xfrm>
          <a:prstGeom prst="hexagon">
            <a:avLst/>
          </a:prstGeom>
          <a:solidFill>
            <a:srgbClr val="FFFFFF"/>
          </a:solidFill>
          <a:ln w="31750">
            <a:solidFill>
              <a:srgbClr val="59C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C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[Enemy]?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703320" y="17373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evaluates to true or false — never a number or word.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606040"/>
            <a:ext cx="2331720" cy="594360"/>
          </a:xfrm>
          <a:prstGeom prst="hexagon">
            <a:avLst/>
          </a:prstGeom>
          <a:solidFill>
            <a:srgbClr val="FFFFFF"/>
          </a:solidFill>
          <a:ln w="25400">
            <a:solidFill>
              <a:srgbClr val="59C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) &gt; (10)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606040"/>
            <a:ext cx="2331720" cy="594360"/>
          </a:xfrm>
          <a:prstGeom prst="hexagon">
            <a:avLst/>
          </a:prstGeom>
          <a:solidFill>
            <a:srgbClr val="FFFFFF"/>
          </a:solidFill>
          <a:ln w="25400">
            <a:solidFill>
              <a:srgbClr val="59C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26060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) &lt; (10)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3246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2606040"/>
            <a:ext cx="2331720" cy="594360"/>
          </a:xfrm>
          <a:prstGeom prst="hexagon">
            <a:avLst/>
          </a:prstGeom>
          <a:solidFill>
            <a:srgbClr val="FFFFFF"/>
          </a:solidFill>
          <a:ln w="25400">
            <a:solidFill>
              <a:srgbClr val="59C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89320" y="26060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) = (10)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3246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0690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booleans with and / or / not: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526280"/>
            <a:ext cx="4023360" cy="685800"/>
          </a:xfrm>
          <a:prstGeom prst="hexagon">
            <a:avLst/>
          </a:prstGeom>
          <a:solidFill>
            <a:srgbClr val="FFFFFF"/>
          </a:solidFill>
          <a:ln w="25400">
            <a:solidFill>
              <a:srgbClr val="59C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45262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C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&lt;touching Enemy?&gt; and &lt;not &lt;key space pressed?&gt;&gt;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66360" y="4526280"/>
            <a:ext cx="6172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"Touching the enemy AND the space key is NOT pressed" — each piece is plain English.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 from Last Week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20640" cy="3300984"/>
          </a:xfrm>
          <a:prstGeom prst="roundRect">
            <a:avLst>
              <a:gd name="adj" fmla="val 3324"/>
            </a:avLst>
          </a:prstGeom>
          <a:solidFill>
            <a:srgbClr val="F7F7F9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556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4: Events Alone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BF00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2860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[space] key pressed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798064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9966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79806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[Ouch!]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419856"/>
            <a:ext cx="45720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says "Ouch!" when space is pressed — no matter what.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120640" cy="3300984"/>
          </a:xfrm>
          <a:prstGeom prst="roundRect">
            <a:avLst>
              <a:gd name="adj" fmla="val 3324"/>
            </a:avLst>
          </a:prstGeom>
          <a:solidFill>
            <a:srgbClr val="F7F7F9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17556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1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5: Events + Conditionals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492240" y="22860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BF00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9400" y="22860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[space] key pressed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2798064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AB19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29400" y="279806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&lt;touching Enemy?&gt; then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12280" y="3310128"/>
            <a:ext cx="4251960" cy="457200"/>
          </a:xfrm>
          <a:prstGeom prst="roundRect">
            <a:avLst>
              <a:gd name="adj" fmla="val 16000"/>
            </a:avLst>
          </a:prstGeom>
          <a:solidFill>
            <a:srgbClr val="9966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0" y="33101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[Ouch!]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931920"/>
            <a:ext cx="45720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 only says "Ouch!" if the condition is also true — events and conditionals combine.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03834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repeat unconditionally; events wait for a trigger; conditionals check a question and choose a path.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Build: Detecting a Touch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6459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two sprites: a player and an Enemy.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5328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248716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script: "when green flag clicked" → "forever" → "move (6) steps" + "if on edge, bounce."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7413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3741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3328416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script: "when green flag clicked" → "forever" → "if &lt;touching [Enemy]?&gt; then..."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1538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215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4169664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if: "say [Game Over!] for (2) secs," then "stop [all]."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5056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5010912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move the player into the Enemy and confirm everything stops.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6002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2029968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BF00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202996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🏳 clicked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55080" y="2542032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AB19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92240" y="25420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75120" y="3054096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FFAB19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12280" y="305409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&lt;touching Enemy?&gt;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75120" y="3566160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9966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1228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[Game Over!]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75120" y="4078224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FFAB19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12280" y="407822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[all]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052560" y="16002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052560" y="2029968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BF00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189720" y="202996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🏳 clicked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052560" y="2542032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AB19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189720" y="25420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372600" y="3054096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509760" y="305409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(6) steps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372600" y="3566160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50976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 edge, bounce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tip: if the condition never triggers, confirm the dropdown says "Enemy" and both sprites don't start already overlapping.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— THE SHIELD KEY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Activity: Avoid the Enemy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20640" cy="4343400"/>
          </a:xfrm>
          <a:prstGeom prst="roundRect">
            <a:avLst>
              <a:gd name="adj" fmla="val 2526"/>
            </a:avLst>
          </a:prstGeom>
          <a:solidFill>
            <a:srgbClr val="F7F7F9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556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Game Over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AB19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2860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&lt;touching Enemy?&gt; then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34440" y="2798064"/>
            <a:ext cx="4251960" cy="457200"/>
          </a:xfrm>
          <a:prstGeom prst="roundRect">
            <a:avLst>
              <a:gd name="adj" fmla="val 16000"/>
            </a:avLst>
          </a:prstGeom>
          <a:solidFill>
            <a:srgbClr val="9966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279806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[Game Over!]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4251960" cy="457200"/>
          </a:xfrm>
          <a:prstGeom prst="roundRect">
            <a:avLst>
              <a:gd name="adj" fmla="val 16000"/>
            </a:avLst>
          </a:prstGeom>
          <a:solidFill>
            <a:srgbClr val="FFAB19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33101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[all]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9319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the Enemy always ends the game.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120640" cy="4343400"/>
          </a:xfrm>
          <a:prstGeom prst="roundRect">
            <a:avLst>
              <a:gd name="adj" fmla="val 2526"/>
            </a:avLst>
          </a:prstGeom>
          <a:solidFill>
            <a:srgbClr val="F7F7F9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17556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1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Shield Stretch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92240" y="22860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AB19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29400" y="22860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&lt;touching Enemy?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2798064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AB19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29400" y="279806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&lt;key space pressed?&gt;&gt; then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12280" y="3310128"/>
            <a:ext cx="4251960" cy="457200"/>
          </a:xfrm>
          <a:prstGeom prst="roundRect">
            <a:avLst>
              <a:gd name="adj" fmla="val 16000"/>
            </a:avLst>
          </a:prstGeom>
          <a:solidFill>
            <a:srgbClr val="9966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49440" y="33101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[Blocked!]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3822192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AB19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29400" y="382219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&lt;touching Enemy?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92240" y="4334256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AB19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29400" y="433425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&lt;not &lt;key space pressed?&gt;&gt;&gt; then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12280" y="4846320"/>
            <a:ext cx="4251960" cy="457200"/>
          </a:xfrm>
          <a:prstGeom prst="roundRect">
            <a:avLst>
              <a:gd name="adj" fmla="val 16000"/>
            </a:avLst>
          </a:prstGeom>
          <a:solidFill>
            <a:srgbClr val="9966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49440" y="4846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[Game Over!] / stop [all]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54681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space blocks the hit instead of ending the game — a compound boolean with and / not.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Personalize: pick a theme (dodge a shark, an asteroid); adjust Enemy speed (try 3 vs. 10) to change difficulty.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PLAYTEST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Deliverable: Rubric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806026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Criterion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00347" y="1691640"/>
            <a:ext cx="282109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10881360" cy="566928"/>
          </a:xfrm>
          <a:prstGeom prst="rect">
            <a:avLst/>
          </a:prstGeom>
          <a:solidFill>
            <a:srgbClr val="F7F7F9"/>
          </a:solidFill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258568"/>
            <a:ext cx="778594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sprite moves under player control (arrow keys)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37507" y="2258568"/>
            <a:ext cx="254677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Y / ☐ 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25496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825496"/>
            <a:ext cx="778594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Enemy/obstacle moves on its own, independent of the player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37507" y="2825496"/>
            <a:ext cx="254677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Y / ☐ 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92424"/>
            <a:ext cx="10881360" cy="566928"/>
          </a:xfrm>
          <a:prstGeom prst="rect">
            <a:avLst/>
          </a:prstGeom>
          <a:solidFill>
            <a:srgbClr val="F7F7F9"/>
          </a:solidFill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392424"/>
            <a:ext cx="778594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if/then correctly detects touching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37507" y="3392424"/>
            <a:ext cx="254677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Y / ☐ 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959352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959352"/>
            <a:ext cx="778594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the enemy ends or changes the game as intended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37507" y="3959352"/>
            <a:ext cx="254677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Y / ☐ 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10881360" cy="566928"/>
          </a:xfrm>
          <a:prstGeom prst="rect">
            <a:avLst/>
          </a:prstGeom>
          <a:solidFill>
            <a:srgbClr val="F7F7F9"/>
          </a:solidFill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526280"/>
            <a:ext cx="778594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uses and / or / not to combine two conditions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37507" y="4526280"/>
            <a:ext cx="254677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Y / ☐ 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36752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playtester deliberately touches the Enemy at least once to confirm the Game Over conditional fires correctly.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 Quick Reference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FF8EC"/>
          </a:solidFill>
          <a:ln w="19050">
            <a:solidFill>
              <a:srgbClr val="59C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709928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If/then never triggers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039112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touching( ) dropdown names the correct sprite, and the if-block sits inside a forever loop.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63640" y="160020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FF8EC"/>
          </a:solidFill>
          <a:ln w="19050">
            <a:solidFill>
              <a:srgbClr val="59C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92240" y="1709928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ends immediately at start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2039112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and Enemy start already overlapping — add "go to x/y" at the start of each script.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FF8EC"/>
          </a:solidFill>
          <a:ln w="19050">
            <a:solidFill>
              <a:srgbClr val="59C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721608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/ or / not doesn't seem to 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050792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each boolean puzzle-piece is snapped fully into its hexagon slot, not just placed nearby.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361188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FF8EC"/>
          </a:solidFill>
          <a:ln w="19050">
            <a:solidFill>
              <a:srgbClr val="59C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3721608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"stop all" doesn't stop the Enemy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50792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block is "stop [all]" and not "stop [this script]," which only stops one sprite.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257800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73736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Logic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167128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checks a true/false question and picks a different path.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600200"/>
            <a:ext cx="5257800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46520" y="173736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6520" y="2167128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hexagon-shaped block that always evaluates to true or false.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5257800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402336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/ or / not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4453128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operators that combine boolean blocks into compound conditions.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6263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repeat unconditionally, events wait for a trigger, and conditionals check a true/false question while the program runs.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914400" y="-914400"/>
            <a:ext cx="3657600" cy="3657600"/>
          </a:xfrm>
          <a:prstGeom prst="roundRect">
            <a:avLst/>
          </a:prstGeom>
          <a:solidFill>
            <a:srgbClr val="CADCFC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594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 on Conditional Logic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Write an if/then rule for something in real life.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20040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Does the touching( ) block return a number, a word, or true/false?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1046</Words>
  <Application>Microsoft Macintosh PowerPoint</Application>
  <PresentationFormat>Widescreen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3</cp:revision>
  <dcterms:created xsi:type="dcterms:W3CDTF">2026-07-15T01:45:02Z</dcterms:created>
  <dcterms:modified xsi:type="dcterms:W3CDTF">2026-07-15T02:07:28Z</dcterms:modified>
</cp:coreProperties>
</file>