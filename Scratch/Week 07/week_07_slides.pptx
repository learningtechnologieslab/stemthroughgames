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486400" cy="5486400"/>
          </a:xfrm>
          <a:prstGeom prst="ellipse">
            <a:avLst/>
          </a:prstGeom>
          <a:solidFill>
            <a:srgbClr val="9AD4E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896112"/>
            <a:ext cx="557784" cy="557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PHYSICS &amp;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Speed, Direction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Vectors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Scratch sprites move in a straight line — and the two ways to describe exactly how.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1295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031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constant velocity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"change x by" / "change y by" to move a sprite at a steady rate.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1295C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1031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23134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speed vs. direction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relationship between speed, direction, and vectors.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Concept: Modeling &amp; simulation — using code to represent a real physical process.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WALK THE VECTOR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Alone Doesn’t Tell You 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2194560"/>
            <a:ext cx="3108960" cy="3108960"/>
          </a:xfrm>
          <a:prstGeom prst="ellipse">
            <a:avLst/>
          </a:prstGeom>
          <a:solidFill>
            <a:srgbClr val="F0F8FB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749040"/>
            <a:ext cx="31089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2194560"/>
            <a:ext cx="0" cy="31089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62272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-2700000">
            <a:off x="2834640" y="2583180"/>
            <a:ext cx="11658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645920" y="5760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steps, "northeast"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103120"/>
            <a:ext cx="5577840" cy="3291840"/>
          </a:xfrm>
          <a:prstGeom prst="roundRect">
            <a:avLst>
              <a:gd name="adj" fmla="val 3333"/>
            </a:avLst>
          </a:prstGeom>
          <a:solidFill>
            <a:srgbClr val="F0F8F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377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only told you the number of steps (speed) but not the direction — could you predict where they’d end up?"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you need both pieces.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alone just tells you how fast. Velocity is speed AND direction together — that’s exactly what a vector is.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vs. Velocity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3383280"/>
            <a:ext cx="3840480" cy="-1371600"/>
          </a:xfrm>
          <a:prstGeom prst="line">
            <a:avLst/>
          </a:prstGeom>
          <a:noFill/>
          <a:ln w="762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9144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= SPEED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= DIRECTION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129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is a quantity with BOTH: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26974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092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size (magnitude)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— the speed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6118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6092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60920" y="3886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it points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0" y="4846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a vector. Speed by itself is not.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in Scratch: Clockwise from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2011680"/>
            <a:ext cx="3474720" cy="3474720"/>
          </a:xfrm>
          <a:prstGeom prst="ellipse">
            <a:avLst/>
          </a:prstGeom>
          <a:solidFill>
            <a:srgbClr val="F0F8FB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749040"/>
            <a:ext cx="0" cy="-1563624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91840" y="3749040"/>
            <a:ext cx="1563624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3749040"/>
            <a:ext cx="0" cy="1563624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3749040"/>
            <a:ext cx="-1563624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17520" y="16276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566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55595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-90°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920240"/>
            <a:ext cx="4846320" cy="3749040"/>
          </a:xfrm>
          <a:prstGeom prst="roundRect">
            <a:avLst>
              <a:gd name="adj" fmla="val 2927"/>
            </a:avLst>
          </a:prstGeom>
          <a:solidFill>
            <a:srgbClr val="F0F8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2194560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21945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2651760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26517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(10) steps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37033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set direction 90, move 10 steps, repeat — the sprite travels in a straight line to the right.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Write the Same Vector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1295C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 + Length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5146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146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29718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718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(10) steps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vector by its angle and magnitude.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1295C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+ Vertical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25146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5146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x by (10)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29718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9718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y by (0)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02336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same vector by its x/y parts.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— this is modeling and simulation: using code to represent a real physical process.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Constant-Velocity 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FFAB1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267712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98064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FFAB1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9806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7552" y="3328416"/>
            <a:ext cx="4864608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</p:sp>
      <p:sp>
        <p:nvSpPr>
          <p:cNvPr id="11" name="Text 9"/>
          <p:cNvSpPr/>
          <p:nvPr/>
        </p:nvSpPr>
        <p:spPr>
          <a:xfrm>
            <a:off x="1124712" y="3328416"/>
            <a:ext cx="4590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(Speed) steps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87552" y="3858768"/>
            <a:ext cx="4864608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24712" y="3858768"/>
            <a:ext cx="4590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on edge, bounce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0F8F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"Speed" Slider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"Speed" variable, right-click its monitor → change to slider → range 1–20.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3383280"/>
            <a:ext cx="4206240" cy="164592"/>
          </a:xfrm>
          <a:prstGeom prst="roundRect">
            <a:avLst>
              <a:gd name="adj" fmla="val 50000"/>
            </a:avLst>
          </a:prstGeom>
          <a:solidFill>
            <a:srgbClr val="DDE6EA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0" y="329184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886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slider while the project runs — the motion speeds up or slows down live.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4709160"/>
            <a:ext cx="4480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7091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bounce? Check "if on edge, bounce" is inside the loop, after "move." Nothing moving? Confirm Speed isn’t 0.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CHOOSE YOUR TRACK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Racer or Bouncing-Ball Sim?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1295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Racer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267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Player-steered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05840" y="274320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743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flag clicked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3163824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163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05840" y="3584448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5844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261872" y="4005072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9966FF"/>
          </a:solidFill>
          <a:ln/>
        </p:spPr>
      </p:sp>
      <p:sp>
        <p:nvSpPr>
          <p:cNvPr id="16" name="Text 13"/>
          <p:cNvSpPr/>
          <p:nvPr/>
        </p:nvSpPr>
        <p:spPr>
          <a:xfrm>
            <a:off x="1399032" y="4005072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← key: turn ↺ (5)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61872" y="4425696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9966FF"/>
          </a:solidFill>
          <a:ln/>
        </p:spPr>
      </p:sp>
      <p:sp>
        <p:nvSpPr>
          <p:cNvPr id="18" name="Text 15"/>
          <p:cNvSpPr/>
          <p:nvPr/>
        </p:nvSpPr>
        <p:spPr>
          <a:xfrm>
            <a:off x="1399032" y="4425696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→ key: turn ↻ (5)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261872" y="4846320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</p:sp>
      <p:sp>
        <p:nvSpPr>
          <p:cNvPr id="20" name="Text 17"/>
          <p:cNvSpPr/>
          <p:nvPr/>
        </p:nvSpPr>
        <p:spPr>
          <a:xfrm>
            <a:off x="1399032" y="484632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(Speed) steps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72200" y="16916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1295C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3796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1" descr="/home/claude/icons/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066544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15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Bouncing Ball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315200" y="2267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multi-ball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274320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2743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flag clicked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37960" y="3163824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</p:sp>
      <p:sp>
        <p:nvSpPr>
          <p:cNvPr id="29" name="Text 25"/>
          <p:cNvSpPr/>
          <p:nvPr/>
        </p:nvSpPr>
        <p:spPr>
          <a:xfrm>
            <a:off x="6675120" y="3163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537960" y="3584448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</p:sp>
      <p:sp>
        <p:nvSpPr>
          <p:cNvPr id="31" name="Text 27"/>
          <p:cNvSpPr/>
          <p:nvPr/>
        </p:nvSpPr>
        <p:spPr>
          <a:xfrm>
            <a:off x="6675120" y="35844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(random 1-360)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537960" y="4005072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</p:sp>
      <p:sp>
        <p:nvSpPr>
          <p:cNvPr id="33" name="Text 29"/>
          <p:cNvSpPr/>
          <p:nvPr/>
        </p:nvSpPr>
        <p:spPr>
          <a:xfrm>
            <a:off x="6675120" y="4005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793992" y="4425696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</p:sp>
      <p:sp>
        <p:nvSpPr>
          <p:cNvPr id="35" name="Text 31"/>
          <p:cNvSpPr/>
          <p:nvPr/>
        </p:nvSpPr>
        <p:spPr>
          <a:xfrm>
            <a:off x="6931152" y="4425696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(Speed) steps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793992" y="4846320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</p:sp>
      <p:sp>
        <p:nvSpPr>
          <p:cNvPr id="37" name="Text 33"/>
          <p:cNvSpPr/>
          <p:nvPr/>
        </p:nvSpPr>
        <p:spPr>
          <a:xfrm>
            <a:off x="6931152" y="484632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on edge, bounce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More?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8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0195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representations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0" y="226771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script using change x by / change y by. Confirm it produces the same straight-line motion.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337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493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22783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key (Car Racer)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828800" y="359359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key that temporarily doubles Speed.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31520" y="443484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8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663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8188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55371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redirect (Bouncing Ball)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828800" y="491947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ball pick a new random direction every few seconds.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Journal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your own words, what does velocity mean in your program? How is it different from just speed? Give a specific example from your own project."</a:t>
            </a:r>
            <a:endParaRPr lang="en-US" sz="1700" dirty="0"/>
          </a:p>
        </p:txBody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02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429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words "speed" and "direction" (or "velocity") correctly</a:t>
            </a:r>
            <a:endParaRPr lang="en-US" sz="1500" dirty="0"/>
          </a:p>
        </p:txBody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7939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206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that velocity is speed AND direction together</a:t>
            </a:r>
            <a:endParaRPr lang="en-US" sz="1500" dirty="0"/>
          </a:p>
        </p:txBody>
      </p:sp>
      <p:pic>
        <p:nvPicPr>
          <p:cNvPr id="10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5663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4983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specific, concrete example from the student’s own project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0F8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sprite’s Speed variable is 0, is it still true that the sprite has a direction?"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direction and speed are separate parts of the vector. A direction can exist even if the current speed is 0.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737360" y="3749040"/>
            <a:ext cx="8686800" cy="100584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3749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gravity and acceleration — velocity that changes over time on its own!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Speed, Direction &amp; Vectors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2026-07-15T14:01:00Z</dcterms:created>
  <dcterms:modified xsi:type="dcterms:W3CDTF">2026-07-15T14:01:00Z</dcterms:modified>
</cp:coreProperties>
</file>