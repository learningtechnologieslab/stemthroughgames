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01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Programming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control: build a character that responds in real time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PHYSICAL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Signal Reactions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three matching reactions — practice each once, then react in unpredictable order: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21031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"Freeze"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like a statue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75320" y="21031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5C00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0" y="2286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around once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exactly when I'd clap? </a:t>
            </a: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but you had a rule ready ("when I hear a clap, I jump") and just waited for it to happen. That's </a:t>
            </a:r>
            <a:r>
              <a:rPr lang="en-US" sz="15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programming: </a:t>
            </a: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sets up a rule — "when this happens, do that" — then waits, ready to respond whenever the event actually occurs.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vs. Event-Driven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3 Weeks: Sequential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🏳 green flag clicked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…runs once, start to finish, in order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419856"/>
            <a:ext cx="457200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script, one path, every single time — the exact same steps in the exact same order.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7F7F9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C00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Event-Driven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2286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[space] key pressed → 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798064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79806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sprite clicked → 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31012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3310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backdrop switches to [ ] → 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931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scripts can sit on one sprite, each waiting for its own event — firing in any order, any number of times, based on what the player does.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code will wait around and only spring into action when the player does something.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New Event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868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92452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09245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71907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[space] key pressed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240280" y="2075688"/>
            <a:ext cx="905256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immediately the instant that specific key is pressed — try any key from the dropdown.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61360"/>
            <a:ext cx="10881360" cy="13868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753612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75361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338023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sprite clicked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240280" y="3736848"/>
            <a:ext cx="905256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the player clicks directly on the sprite's visible pixels on the stage.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922520"/>
            <a:ext cx="10881360" cy="13868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5414772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541477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504139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backdrop switches to [ ]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240280" y="5398008"/>
            <a:ext cx="9052560" cy="838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whenever the backdrop changes to that specific backdrop — useful for reacting to scene changes.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Connection: Change x by / Change y by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54864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0" cy="393192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+y (up)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−y (down)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767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−x (left)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3767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 (right)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x moves right, negative x moves left.
Positive y moves up, negative y moves down.
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key pairs with a change x/y block carrying the matching sign — up arrow pairs with a positive change y, down arrow with a negative change y, and so 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Build: Arrow Key Movement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56362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sprite to be the controllable character.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Events, drag "when [up arrow] key pressed" into the Script Area.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880360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Motion, snap "change y by (10)" underneath it. Click the stage, then press ↑ to test.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630168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"when [down arrow] key pressed" + "change y by (-10)." Test both.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416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379976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challenge: build right arrow → change x by (10), and left arrow → change x by (-10).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512978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four directions together. If the sprite moves the wrong way, check the sign on change x/y.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16002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2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Four-direction scripts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1945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[up arrow] key pressed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0" y="26517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69480" y="26517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 by (10)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12280" y="31089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31089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[down arrow] key pressed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0" y="35661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69480" y="35661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 by (-10)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12280" y="40233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40233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[right arrow] key pressed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132320" y="44805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44805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x by (10)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12280" y="49377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49377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[left arrow] key pressed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0" y="539496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69480" y="539496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x by (-10)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Activity: Build a Controllable Character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56362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four arrow-key scripts from the guided build are working correctly.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313432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"when this sprite clicked" script with a "say [ ] for (2) seconds" reaction 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063240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click reaction: add "play sound [ ] until done" so clicking plays a sound too.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813048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add a second backdrop and a "when backdrop switches to [ ]" script that reacts to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99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62856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Personalize: choose a sprite/backdrop for a character concept; adjust the change x/y amount (try 5 vs. 20) to change speed.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5312664"/>
            <a:ext cx="51023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complete character: try every control and adjust anything that feels off.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16002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2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reaction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1945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BF00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this sprite clicked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26517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9966F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26517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[Hey, that tickles!] for (2) secs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12280" y="310896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CF63CF"/>
          </a:solidFill>
          <a:ln/>
          <a:effectLst>
            <a:outerShdw blurRad="38100" dist="127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3108960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sound [pop] until done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· JUST LIKE REAL GAME DEVELOPERS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Peer Playtesting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37027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010357" y="1691640"/>
            <a:ext cx="251108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Issue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809595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arrow moves the character 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7517" y="2258568"/>
            <a:ext cx="223676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/ 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825496"/>
            <a:ext cx="809595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arrow moves the character down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7517" y="2825496"/>
            <a:ext cx="223676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/ 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392424"/>
            <a:ext cx="809595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arrow moves the character left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7517" y="3392424"/>
            <a:ext cx="223676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/ 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959352"/>
            <a:ext cx="809595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arrow moves the character 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7517" y="3959352"/>
            <a:ext cx="223676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/ 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566928"/>
          </a:xfrm>
          <a:prstGeom prst="rect">
            <a:avLst/>
          </a:prstGeom>
          <a:solidFill>
            <a:srgbClr val="F7F7F9"/>
          </a:solidFill>
          <a:ln w="635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809595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character triggers a reaction (say / sound)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7517" y="4526280"/>
            <a:ext cx="223676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/ 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675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playtester gives one specific piece of feedback (e.g., "left arrow doesn't move it" or "every control works!"). The creator notes any issues to fix.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Quick 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doesn't respond to a key press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key selected in the dropdown matches the key pressed, and click the stage first so the browser isn't capturing it.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170992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moves the opposite direction expected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03911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sign (positive/negative) on the change x by / change y by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reaction doesn't fire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click lands on the sprite's visible pixels, and the script is on the correct sprite.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8EC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372160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scripts seem to conflict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50792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"when key pressed" script is independent — test one direction at a time to isolate the bug.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D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responds to things that happen, instead of always running top-to-bottom in a fixed order.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737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D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[ ] pressed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167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Events block that waits for a specific keyboard key, then fires.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D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sprite clicked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453128"/>
            <a:ext cx="4800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Events block that fires when the player clicks that sprite.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programming is the foundation of every game controller — this is how nearly all interactive games work.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914400" y="-914400"/>
            <a:ext cx="3657600" cy="3657600"/>
          </a:xfrm>
          <a:prstGeom prst="roundRect">
            <a:avLst/>
          </a:prstGeom>
          <a:solidFill>
            <a:srgbClr val="FCD0D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C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Event-Driven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your own words, what does "event-driven" mean?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event block did you use today, and what triggered it?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Macintosh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3</cp:revision>
  <dcterms:created xsi:type="dcterms:W3CDTF">2026-07-15T01:45:02Z</dcterms:created>
  <dcterms:modified xsi:type="dcterms:W3CDTF">2026-07-15T02:06:27Z</dcterms:modified>
</cp:coreProperties>
</file>