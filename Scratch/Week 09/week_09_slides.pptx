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61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640080" y="27889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Randomness,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&amp; mod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4434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Scratch generates unpredictable outcomes — and how to keep them feeling fair.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You’ll Be Able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D2E4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pick random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unpredictability with the pick random ( ) to ( ) block.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D2E4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629400" y="3108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about fairness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29400" y="365760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probability and fairness in game design.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Concept: Algorithmic randomness — how programs generate unpredictable, replayable outcomes.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· ROLL &amp; TALLY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Unpredictable Once. Patterned Over Time.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139440"/>
            <a:ext cx="640080" cy="1981200"/>
          </a:xfrm>
          <a:prstGeom prst="rect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51937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819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3535680"/>
            <a:ext cx="640080" cy="1584960"/>
          </a:xfrm>
          <a:prstGeom prst="rect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74520" y="51937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4520" y="3215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2743200"/>
            <a:ext cx="640080" cy="2377440"/>
          </a:xfrm>
          <a:prstGeom prst="rect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51937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94760" y="3139440"/>
            <a:ext cx="640080" cy="1981200"/>
          </a:xfrm>
          <a:prstGeom prst="rect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94760" y="51937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2819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535680"/>
            <a:ext cx="640080" cy="1584960"/>
          </a:xfrm>
          <a:prstGeom prst="rect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51937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215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3139440"/>
            <a:ext cx="640080" cy="1981200"/>
          </a:xfrm>
          <a:prstGeom prst="rect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0" y="51937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2819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532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after ~30 rolls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737360"/>
            <a:ext cx="4846320" cy="3931920"/>
          </a:xfrm>
          <a:prstGeom prst="roundRect">
            <a:avLst>
              <a:gd name="adj" fmla="val 2791"/>
            </a:avLst>
          </a:prstGeom>
          <a:solidFill>
            <a:srgbClr val="FB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9440" y="19659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you have predicted any single roll in advance?"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2606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306324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any number show up way more or less than the others?"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roughly even.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0" y="42062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roll alone is unpredictable, but across many rolls the results settle into a pattern. That’s probability — exactly what Scratch’s pick random block does every time.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"pick random ( ) to ( )"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 (pick random (1) to (10))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4937760" cy="0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0700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5564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0428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9456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5292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0156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5020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884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4748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96128" y="2944368"/>
            <a:ext cx="146304" cy="146304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74904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range — including both ends — has a chance to come up. Click the block again and again: the value changes every single time.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92240" y="1737360"/>
            <a:ext cx="50292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D2E46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0" descr="/home/claude/icons/d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965960"/>
            <a:ext cx="502920" cy="50292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720840" y="1920240"/>
            <a:ext cx="594360" cy="594360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" descr="/home/claude/icons/d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57400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45236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like a die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6766560" y="26974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6-sided die gives "pick random (1) to (6)" — every face equally likely on any single roll.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Plug Into Any Number Slot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40B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82880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40B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0440" y="1874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044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40B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21792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286000" cy="1463040"/>
          </a:xfrm>
          <a:prstGeom prst="roundRect">
            <a:avLst>
              <a:gd name="adj" fmla="val 9375"/>
            </a:avLst>
          </a:prstGeom>
          <a:solidFill>
            <a:srgbClr val="40B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15400" y="18745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540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74904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FB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9319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combine randomness with an operator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97280" y="438912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43891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(pick random (1) to (10)) × (2)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66560" y="4073813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random 1–10 first, then doubles it — changing the effective range and spacing of possible results.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 · PART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"mod" — The Remainder Operator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= the remainder left over after dividing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5166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D2E46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mod (2)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÷ 2 = 3, remainder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166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D2E46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mod (2)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0" y="24231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÷ 2 = 4, remainder 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760720" cy="502920"/>
          </a:xfrm>
          <a:prstGeom prst="roundRect">
            <a:avLst>
              <a:gd name="adj" fmla="val 14545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&lt;(  ) mod (2) = (0)&gt; then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for even numbers — a quick way to check odd/even inside an if block.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66560" y="420624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9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95160" y="420624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idea: combine randomness + mod so outcomes feel more fair — e.g., guarantee a bonus every third pickup instead of leaving every reward purely to chance.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Spawn Basics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760720" cy="502920"/>
          </a:xfrm>
          <a:prstGeom prst="roundRect">
            <a:avLst>
              <a:gd name="adj" fmla="val 14545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⚑ green flag clicked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340864"/>
            <a:ext cx="5760720" cy="502920"/>
          </a:xfrm>
          <a:prstGeom prst="roundRect">
            <a:avLst>
              <a:gd name="adj" fmla="val 14545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34086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forever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7552" y="2898648"/>
            <a:ext cx="5504688" cy="502920"/>
          </a:xfrm>
          <a:prstGeom prst="roundRect">
            <a:avLst>
              <a:gd name="adj" fmla="val 14545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2898648"/>
            <a:ext cx="5230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 x:(pick random -220 to 220) y:(160)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87552" y="3456432"/>
            <a:ext cx="5504688" cy="502920"/>
          </a:xfrm>
          <a:prstGeom prst="roundRect">
            <a:avLst>
              <a:gd name="adj" fmla="val 14545"/>
            </a:avLst>
          </a:prstGeom>
          <a:solidFill>
            <a:srgbClr val="FFAB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4712" y="3456432"/>
            <a:ext cx="5230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(pick random (1) to (3)) seconds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1783080"/>
            <a:ext cx="4663440" cy="4023360"/>
          </a:xfrm>
          <a:prstGeom prst="roundRect">
            <a:avLst>
              <a:gd name="adj" fmla="val 2727"/>
            </a:avLst>
          </a:prstGeom>
          <a:solidFill>
            <a:srgbClr val="FBF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you’ll see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24688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sprite reappears at a new, unpredictable horizontal position every 1–3 seconds.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0" y="3429000"/>
            <a:ext cx="4114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52360" y="3749040"/>
            <a:ext cx="365760" cy="365760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052560" y="3749040"/>
            <a:ext cx="365760" cy="365760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607040" y="3749040"/>
            <a:ext cx="365760" cy="365760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0" y="46177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Debug: if the sprite always appears in the same spot, confirm min ≠ max in "pick random," and that it’s recalculated live inside the loop.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Enemies &amp; Rewards in Your Platformer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760720" cy="438912"/>
          </a:xfrm>
          <a:prstGeom prst="roundRect">
            <a:avLst>
              <a:gd name="adj" fmla="val 16667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&lt;touching [Reward]?&gt; then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" y="2231136"/>
            <a:ext cx="5504688" cy="438912"/>
          </a:xfrm>
          <a:prstGeom prst="roundRect">
            <a:avLst>
              <a:gd name="adj" fmla="val 16667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24712" y="2231136"/>
            <a:ext cx="5230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[Score] by (pick random (1) to (5))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87552" y="2724912"/>
            <a:ext cx="5504688" cy="438912"/>
          </a:xfrm>
          <a:prstGeom prst="roundRect">
            <a:avLst>
              <a:gd name="adj" fmla="val 16667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2724912"/>
            <a:ext cx="5230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[Pickups] by (1)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7552" y="3218688"/>
            <a:ext cx="5504688" cy="438912"/>
          </a:xfrm>
          <a:prstGeom prst="roundRect">
            <a:avLst>
              <a:gd name="adj" fmla="val 16667"/>
            </a:avLst>
          </a:prstGeom>
          <a:solidFill>
            <a:srgbClr val="59C0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4712" y="3218688"/>
            <a:ext cx="5230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&lt;(Pickups) mod (3) = (0)&gt; then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43584" y="3712464"/>
            <a:ext cx="5248656" cy="438912"/>
          </a:xfrm>
          <a:prstGeom prst="roundRect">
            <a:avLst>
              <a:gd name="adj" fmla="val 16667"/>
            </a:avLst>
          </a:prstGeom>
          <a:solidFill>
            <a:srgbClr val="FF8C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80744" y="3712464"/>
            <a:ext cx="49743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[Score] by (10)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7552" y="4206240"/>
            <a:ext cx="5504688" cy="438912"/>
          </a:xfrm>
          <a:prstGeom prst="roundRect">
            <a:avLst>
              <a:gd name="adj" fmla="val 16667"/>
            </a:avLst>
          </a:prstGeom>
          <a:solidFill>
            <a:srgbClr val="4C9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4712" y="4206240"/>
            <a:ext cx="5230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to x:(random) y:(random)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1737360"/>
            <a:ext cx="46634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D2E46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upgrades, one platformer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Enemy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32320" y="29260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Week 5’s collision logic + Week 6’s Lives — costs a life on touch.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Reward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32320" y="42976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a random 1–5 points each time — plus a guaranteed +10 bonus every 3rd pickup.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D2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DISCUSSION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Randomness &amp; Balance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029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87452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randomness make a game more fun, or more frustrating?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0358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fair if a reward is sometimes worth 1 point and sometimes 5, purely by luck?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041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88620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using mod to guarantee a bonus change how "fair" the randomness felt?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50474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7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8920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wanted your platformer to feel less random and more skill-based, what would you change?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Randomness Is a Design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375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D2E46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103120"/>
            <a:ext cx="685800" cy="685800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27685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971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random ( ) to ( 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35661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unpredictability — every value in range has a chance.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3375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D2E46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2103120"/>
            <a:ext cx="685800" cy="685800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27685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971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combine with random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5661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Multiply, add, or divide a random result to reshape its range.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3375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D2E46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75320" y="2103120"/>
            <a:ext cx="685800" cy="685800"/>
          </a:xfrm>
          <a:prstGeom prst="ellipse">
            <a:avLst/>
          </a:prstGeom>
          <a:solidFill>
            <a:srgbClr val="C97B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balance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227685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9718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adds fairness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0" y="35661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a predictable pattern (like every 3rd pickup) inside the chaos.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920240" y="502920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week, we’ll keep growing your game-design toolkit with new mechanics to build on everything so far.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782</Words>
  <Application>Microsoft Macintosh PowerPoint</Application>
  <PresentationFormat>Widescreen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13</cp:revision>
  <dcterms:created xsi:type="dcterms:W3CDTF">2026-07-15T14:34:17Z</dcterms:created>
  <dcterms:modified xsi:type="dcterms:W3CDTF">2026-07-15T19:10:04Z</dcterms:modified>
</cp:coreProperties>
</file>