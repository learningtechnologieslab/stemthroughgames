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79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the constant rate of change; </a:t>
            </a:r>
            <a:r>
              <a:rPr lang="en-US" sz="12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VerticalSpeed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current state that accumulates it, frame after frame — the same pattern as Score climbing in Week 6, now applied to motion.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falling speed keeps climbing — and how to build a platformer character that falls, jumps, and lands.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gravity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continuously increasing downward velocity, frame after frame.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294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collisions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respond to collisions between sprites — landing, not falling through.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Simulation &amp; systematic debugging — testing and fixing unexpected physical behavior.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THE FALLING COUNTDOWN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Ball Doesn’t Fall at a Steady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66544" y="1609344"/>
            <a:ext cx="256032" cy="256032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48256" y="2139696"/>
            <a:ext cx="292608" cy="292608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29968" y="2898648"/>
            <a:ext cx="329184" cy="329184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3931920"/>
            <a:ext cx="365760" cy="36576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93392" y="5193792"/>
            <a:ext cx="402336" cy="402336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883664"/>
            <a:ext cx="0" cy="25603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94560" y="2432304"/>
            <a:ext cx="0" cy="48463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94560" y="3209544"/>
            <a:ext cx="0" cy="75895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4261104"/>
            <a:ext cx="0" cy="98755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274320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715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783080"/>
            <a:ext cx="6858000" cy="4023360"/>
          </a:xfrm>
          <a:prstGeom prst="roundRect">
            <a:avLst>
              <a:gd name="adj" fmla="val 2727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ball from shoulder height, then from higher up.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it moving faster or slower right before it hit the ground the second time?"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it had more time to speed up.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92040" y="41148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week: constant velocity — same speed every frame.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falling speed keeps climbing the whole time it falls. That’s acceleration.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Velocity vs. Acceleration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7: Constant Velocity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5029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2743200"/>
            <a:ext cx="5029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0" y="2743200"/>
            <a:ext cx="5029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5029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0" y="2743200"/>
            <a:ext cx="502920" cy="1463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 → frame 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475488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stays fixed. The sprite moves the same distance every frame.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9202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8: Acceleration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29400" y="3767328"/>
            <a:ext cx="502920" cy="438912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60920" y="3474720"/>
            <a:ext cx="502920" cy="73152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40" y="3108960"/>
            <a:ext cx="502920" cy="109728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23960" y="2743200"/>
            <a:ext cx="502920" cy="14630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55480" y="2304288"/>
            <a:ext cx="502920" cy="1901952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4297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 → frame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4754880"/>
            <a:ext cx="4434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keeps changing by itself, every frame — without the player touching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Variables: Gravity &amp; VerticalSpeed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3F5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constant. It never changes on its own — it’s the 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3F5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VerticalSpeed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−1 → −2 → −3...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0, changes every frame. It’s the accumulating state.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[VerticalSpeed] by (Gravity)   — makes it a little more negative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855464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85546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y by (VerticalSpeed)   — actually moves the sprite using that ever-growing speed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Week 6: this is the exact same set/change pattern used for Score — except the changing variable now moves the sprite.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 Stop the Fall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&lt;touching [Ground]?&gt; then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87552" y="2386584"/>
            <a:ext cx="5596128" cy="502920"/>
          </a:xfrm>
          <a:prstGeom prst="roundRect">
            <a:avLst>
              <a:gd name="adj" fmla="val 14545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" y="2386584"/>
            <a:ext cx="5321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[VerticalSpeed] to (0)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5720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0" y="242316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check, VerticalSpeed keeps building forever and the sprite sinks through the floor. Resetting it to 0 the instant it touches Ground stops the falling speed from growing further.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0916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this exactly right takes testing and fixing. Sinking, jittering, and sticking are all common bugs — that systematic testing process is today’s concept: simulation and debugging.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&amp; Landing on the 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x:(0) y:(150)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[Gravity] to (-1)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[VerticalSpeed] to (0)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594360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3977640"/>
            <a:ext cx="5687568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3977640"/>
            <a:ext cx="5413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[VerticalSpeed] by (Gravity)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7552" y="4434840"/>
            <a:ext cx="5687568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24712" y="4434840"/>
            <a:ext cx="5413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y by (VerticalSpeed)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7552" y="4892040"/>
            <a:ext cx="5687568" cy="402336"/>
          </a:xfrm>
          <a:prstGeom prst="roundRect">
            <a:avLst>
              <a:gd name="adj" fmla="val 18182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4712" y="4892040"/>
            <a:ext cx="5413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&lt;touching [Ground]?&gt; then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243584" y="5349240"/>
            <a:ext cx="5431536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80744" y="5349240"/>
            <a:ext cx="5157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[VerticalSpeed] to (0)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40880" y="169164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Set-up checklist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0" y="2423160"/>
            <a:ext cx="310896" cy="310896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17536" y="23774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"Gravity" &amp; "VerticalSpeed" (For this sprite only is fine)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0" y="3200400"/>
            <a:ext cx="310896" cy="310896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3200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17536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Ground sprite near the bottom of the stage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3977640"/>
            <a:ext cx="310896" cy="310896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0" y="3977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17536" y="3931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high up with "go to x:(0) y:(150)"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Platformer Jump-and-Gravity Mechanic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6400800" cy="402336"/>
          </a:xfrm>
          <a:prstGeom prst="roundRect">
            <a:avLst>
              <a:gd name="adj" fmla="val 18182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87552" y="2148840"/>
            <a:ext cx="6144768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" y="2148840"/>
            <a:ext cx="5870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[VerticalSpeed] by (Gravity)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606040"/>
            <a:ext cx="6144768" cy="402336"/>
          </a:xfrm>
          <a:prstGeom prst="roundRect">
            <a:avLst>
              <a:gd name="adj" fmla="val 18182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2606040"/>
            <a:ext cx="5870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y by (VerticalSpeed)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3063240"/>
            <a:ext cx="6144768" cy="402336"/>
          </a:xfrm>
          <a:prstGeom prst="roundRect">
            <a:avLst>
              <a:gd name="adj" fmla="val 18182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3063240"/>
            <a:ext cx="5870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&lt;key[space]?&gt; and &lt;touching[Platform]?&gt; then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43584" y="3520440"/>
            <a:ext cx="5888736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80744" y="3520440"/>
            <a:ext cx="561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[VerticalSpeed] to (12)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3977640"/>
            <a:ext cx="6144768" cy="402336"/>
          </a:xfrm>
          <a:prstGeom prst="roundRect">
            <a:avLst>
              <a:gd name="adj" fmla="val 18182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3977640"/>
            <a:ext cx="5870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&lt;touching[Platform]?&gt; and &lt;VerticalSpeed&lt;0&gt; then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43584" y="4434840"/>
            <a:ext cx="5888736" cy="402336"/>
          </a:xfrm>
          <a:prstGeom prst="roundRect">
            <a:avLst>
              <a:gd name="adj" fmla="val 18182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80744" y="4434840"/>
            <a:ext cx="561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[VerticalSpeed] to (0)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169164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Jump Arc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upward speed (12) that Gravity gradually cancels out — creating a natural rise-and-fall arc.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0" y="4206240"/>
            <a:ext cx="155448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18320" y="3200400"/>
            <a:ext cx="1554480" cy="100584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0" y="4206240"/>
            <a:ext cx="32918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only fires while touching the Platform — never in mid-air.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the Feel of Your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Moon Gravity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4114800"/>
            <a:ext cx="457200" cy="91440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5029200"/>
            <a:ext cx="2834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= −0.3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5966719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Floaty, slow falls, long hang time in the air.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3383280"/>
            <a:ext cx="457200" cy="164592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5029200"/>
            <a:ext cx="2834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= −1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5966719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balanced default from the guided build.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Gravity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18320" y="2651760"/>
            <a:ext cx="457200" cy="2377440"/>
          </a:xfrm>
          <a:prstGeom prst="rect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5029200"/>
            <a:ext cx="2834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7532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= −2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5966719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weighty falls, short jump arcs.</a:t>
            </a:r>
            <a:endParaRPr 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868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 vs. Creator: Peer Debugging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685800" cy="68580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2311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514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to break the platformer: mash the jump key, walk off edges, land at odd speeds.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E88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2311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closely and notes anything unexpected: sinking, jittering, floating, mid-air jumps.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debugging: isolate the input that caused the bug → reproduce it once more to confirm → fix the one specific block responsible.</a:t>
            </a:r>
            <a:endParaRPr lang="en-US" sz="1450" dirty="0"/>
          </a:p>
        </p:txBody>
      </p:sp>
      <p:pic>
        <p:nvPicPr>
          <p:cNvPr id="15" name="Image 2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463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accelerates while falling</a:t>
            </a:r>
            <a:endParaRPr lang="en-US" sz="1350" dirty="0"/>
          </a:p>
        </p:txBody>
      </p:sp>
      <p:pic>
        <p:nvPicPr>
          <p:cNvPr id="17" name="Image 3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8463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4800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cleanly, no long-term sinking/floating</a:t>
            </a:r>
            <a:endParaRPr lang="en-US" sz="1350" dirty="0"/>
          </a:p>
        </p:txBody>
      </p:sp>
      <p:pic>
        <p:nvPicPr>
          <p:cNvPr id="19" name="Image 4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53212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only fires while touching a platform</a:t>
            </a:r>
            <a:endParaRPr lang="en-US" sz="1350" dirty="0"/>
          </a:p>
        </p:txBody>
      </p:sp>
      <p:pic>
        <p:nvPicPr>
          <p:cNvPr id="21" name="Image 5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532120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66560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consistent — no random jitter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Variables, Not One?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we need two variables — Gravity and VerticalSpeed — instead of just one?"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856</Words>
  <Application>Microsoft Macintosh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16</cp:revision>
  <dcterms:created xsi:type="dcterms:W3CDTF">2026-07-15T14:32:50Z</dcterms:created>
  <dcterms:modified xsi:type="dcterms:W3CDTF">2026-07-15T19:07:58Z</dcterms:modified>
</cp:coreProperties>
</file>