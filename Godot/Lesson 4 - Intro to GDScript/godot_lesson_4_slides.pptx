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13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27432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DAY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to GDScript: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&amp; Print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AFC4"/>
                </a:solidFill>
              </a:rPr>
              <a:t>Focus: Variables as Game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3657600" cy="4572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3401568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22840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Write GDScript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3401568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22840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34015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Declare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3401568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22840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34015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Use print()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FF"/>
                </a:solidFill>
              </a:rPr>
              <a:t>WARM-UP  ·  10 minutes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8412480" cy="1188720"/>
          </a:xfrm>
          <a:prstGeom prst="rect">
            <a:avLst/>
          </a:prstGeom>
          <a:solidFill>
            <a:srgbClr val="122840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48640" y="804672"/>
            <a:ext cx="8001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data does a video game need to remember?"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365760" y="2148840"/>
            <a:ext cx="4023360" cy="1097280"/>
          </a:xfrm>
          <a:prstGeom prst="rect">
            <a:avLst/>
          </a:prstGeom>
          <a:solidFill>
            <a:srgbClr val="0A253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65760" y="2148840"/>
            <a:ext cx="73152" cy="109728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48640" y="2240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</a:rPr>
              <a:t>Health / HP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" y="2679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Player's remaining hit points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148840"/>
            <a:ext cx="4023360" cy="1097280"/>
          </a:xfrm>
          <a:prstGeom prst="rect">
            <a:avLst/>
          </a:prstGeom>
          <a:solidFill>
            <a:srgbClr val="25200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73152" cy="109728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46320" y="2240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00"/>
                </a:solidFill>
              </a:rPr>
              <a:t>Score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46320" y="2679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Points earned during gameplay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3383280"/>
            <a:ext cx="4023360" cy="1097280"/>
          </a:xfrm>
          <a:prstGeom prst="rect">
            <a:avLst/>
          </a:prstGeom>
          <a:solidFill>
            <a:srgbClr val="0A250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3383280"/>
            <a:ext cx="73152" cy="10972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8640" y="3474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</a:rPr>
              <a:t>Player Name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4864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The character's identity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63440" y="3383280"/>
            <a:ext cx="4023360" cy="1097280"/>
          </a:xfrm>
          <a:prstGeom prst="rect">
            <a:avLst/>
          </a:prstGeom>
          <a:solidFill>
            <a:srgbClr val="1A0A2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63440" y="3383280"/>
            <a:ext cx="73152" cy="10972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3474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</a:rPr>
              <a:t>Level Number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463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Which level is currently active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AFC4"/>
                </a:solidFill>
              </a:rPr>
              <a:t>Today we write code that stores this data — using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46490" y="0"/>
            <a:ext cx="78459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FF"/>
                </a:solidFill>
              </a:rPr>
              <a:t>WHAT IS A VARIABLE?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2377440" cy="1737360"/>
          </a:xfrm>
          <a:prstGeom prst="rect">
            <a:avLst/>
          </a:prstGeom>
          <a:solidFill>
            <a:srgbClr val="122840"/>
          </a:solidFill>
          <a:ln w="254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868680"/>
            <a:ext cx="2377440" cy="38404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377440" cy="1737360"/>
          </a:xfrm>
          <a:prstGeom prst="rect">
            <a:avLst/>
          </a:prstGeom>
          <a:solidFill>
            <a:srgbClr val="122840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377440" cy="38404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00400" y="868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player_name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"Hero"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852160" y="868680"/>
            <a:ext cx="2377440" cy="1737360"/>
          </a:xfrm>
          <a:prstGeom prst="rect">
            <a:avLst/>
          </a:prstGeom>
          <a:solidFill>
            <a:srgbClr val="122840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52160" y="868680"/>
            <a:ext cx="2377440" cy="38404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52160" y="868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16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548640" y="2743200"/>
            <a:ext cx="7955280" cy="45720"/>
          </a:xfrm>
          <a:prstGeom prst="rect">
            <a:avLst/>
          </a:prstGeom>
          <a:solidFill>
            <a:srgbClr val="8AA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2880360"/>
            <a:ext cx="2468880" cy="182880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2468880" cy="5486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4864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</a:rPr>
              <a:t>Name (Label)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8640" y="3456432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Identifies the box.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Like a sticky note.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200400" y="2880360"/>
            <a:ext cx="2468880" cy="182880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0" y="2880360"/>
            <a:ext cx="2468880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29184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Value (Contents)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291840" y="3456432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The data stored inside.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Can change anytime.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943600" y="2880360"/>
            <a:ext cx="2468880" cy="182880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943600" y="2880360"/>
            <a:ext cx="246888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03504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</a:rPr>
              <a:t>Assignment (=)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035040" y="3456432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Puts a value in.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var score = 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90831" y="0"/>
            <a:ext cx="79016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MAIN ACTIVITY  ·  Step 1 of 3: Attach a Script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8412480" cy="8686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38912" y="868680"/>
            <a:ext cx="658368" cy="658368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34440" y="85039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Open Godot 4 and create a new project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(or use the class starter project)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8912" y="1874520"/>
            <a:ext cx="658368" cy="658368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8912" y="1874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34440" y="185623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Add a Node to the scene tree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Nodes are the building blocks of every Godot game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788920"/>
            <a:ext cx="8412480" cy="8686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8912" y="2880360"/>
            <a:ext cx="658368" cy="658368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8912" y="2880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234440" y="286207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Right-click the Node → Attach Script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Accept defaults → click Create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8912" y="3886200"/>
            <a:ext cx="658368" cy="65836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8912" y="3886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234440" y="386791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The Script Editor opens!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You'll see: extends Node  –  you're ready to code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AFC4"/>
                </a:solidFill>
              </a:rPr>
              <a:t>✦  Type your code — don't paste! Typing builds muscle memory.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59026" y="0"/>
            <a:ext cx="79334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MAIN ACTIVITY  ·  Step 2 of 3: Write &amp; Run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FC4"/>
                </a:solidFill>
              </a:rPr>
              <a:t>Type this script exactly — every character matters: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5029200" cy="3200400"/>
          </a:xfrm>
          <a:prstGeom prst="rect">
            <a:avLst/>
          </a:prstGeom>
          <a:solidFill>
            <a:srgbClr val="07152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170432"/>
            <a:ext cx="1005840" cy="2926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170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5361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Node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7922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player_name = "Hero"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23042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health = 100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5603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score = 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28163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30723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_ready():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33284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print(player_name)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35844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print("Health: ", health)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3840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print("Score: ", score)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577840" y="1554480"/>
            <a:ext cx="45720" cy="25603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42432" y="15544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</a:rPr>
              <a:t>Every GDScript starts with this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77840" y="2286000"/>
            <a:ext cx="45720" cy="256032"/>
          </a:xfrm>
          <a:prstGeom prst="rect">
            <a:avLst/>
          </a:prstGeom>
          <a:solidFill>
            <a:srgbClr val="A8D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42432" y="2286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</a:rPr>
              <a:t>Declare 3 variables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77840" y="3063240"/>
            <a:ext cx="45720" cy="25603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42432" y="3063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</a:rPr>
              <a:t>Runs automatically when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</a:rPr>
              <a:t>the scene starts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577840" y="3566160"/>
            <a:ext cx="45720" cy="256032"/>
          </a:xfrm>
          <a:prstGeom prst="rect">
            <a:avLst/>
          </a:prstGeom>
          <a:solidFill>
            <a:srgbClr val="8AA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42432" y="3566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Prints each variable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to the Output panel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4498848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868680" y="44988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Press F5 or the ▶ Play button — check the Output panel!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MAIN ACTIVITY  ·  Step 3 of 3: Explore &amp; Modify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4023360" cy="1920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4023360" cy="38404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75488" y="832104"/>
            <a:ext cx="274320" cy="2743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832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777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Change your name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271016"/>
            <a:ext cx="3749040" cy="530352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2710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player_name = "YourName"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28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189280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What changed in the Output?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777240"/>
            <a:ext cx="4023360" cy="1920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0" y="777240"/>
            <a:ext cx="4023360" cy="38404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864608" y="832104"/>
            <a:ext cx="274320" cy="2743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864608" y="832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257800" y="777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Lower the health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92040" y="1271016"/>
            <a:ext cx="3749040" cy="530352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937760" y="12710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health = 50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9280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30368" y="189280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What number prints now?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2834640"/>
            <a:ext cx="4023360" cy="1920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65760" y="2834640"/>
            <a:ext cx="4023360" cy="38404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5488" y="2889504"/>
            <a:ext cx="274320" cy="2743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75488" y="2889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68680" y="2834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Add to the score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02920" y="3328416"/>
            <a:ext cx="3749040" cy="530352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48640" y="33284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+ 10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5020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41248" y="395020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What is score now? What math happened?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754880" y="2834640"/>
            <a:ext cx="4023360" cy="1920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754880" y="2834640"/>
            <a:ext cx="4023360" cy="38404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864608" y="2889504"/>
            <a:ext cx="274320" cy="2743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4864608" y="2889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257800" y="2834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Take damage!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4892040" y="3328416"/>
            <a:ext cx="3749040" cy="530352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937760" y="33284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health - 25</a:t>
            </a:r>
            <a:endParaRPr lang="en-US" sz="1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950208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230368" y="395020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How does this connect to combat in a game?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</a:rPr>
              <a:t>MATH CONNECTION  ·  10 minutes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solidFill>
            <a:srgbClr val="0A250F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ECC71"/>
                </a:solidFill>
              </a:rPr>
              <a:t>Variables store numbers. Everything a game tracks is math.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" y="1444752"/>
            <a:ext cx="8412480" cy="3474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0" y="1444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GDScript Example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14447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Game Meaning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1847088"/>
            <a:ext cx="8412480" cy="566928"/>
          </a:xfrm>
          <a:prstGeom prst="rect">
            <a:avLst/>
          </a:prstGeom>
          <a:solidFill>
            <a:srgbClr val="12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912" y="1920240"/>
            <a:ext cx="411480" cy="41148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5840" y="18470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Addition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14600" y="18470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1847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Earning points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2468880"/>
            <a:ext cx="8412480" cy="566928"/>
          </a:xfrm>
          <a:prstGeom prst="rect">
            <a:avLst/>
          </a:prstGeom>
          <a:solidFill>
            <a:srgbClr val="0E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8912" y="254203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8912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05840" y="24688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Subtraction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514600" y="24688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health - 25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97880" y="2468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Taking damage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090672"/>
            <a:ext cx="8412480" cy="566928"/>
          </a:xfrm>
          <a:prstGeom prst="rect">
            <a:avLst/>
          </a:prstGeom>
          <a:solidFill>
            <a:srgbClr val="12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38912" y="3163824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38912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05840" y="30906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Multiply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514600" y="30906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speed * 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97880" y="30906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Power-up boost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65760" y="3712464"/>
            <a:ext cx="8412480" cy="566928"/>
          </a:xfrm>
          <a:prstGeom prst="rect">
            <a:avLst/>
          </a:prstGeom>
          <a:solidFill>
            <a:srgbClr val="0E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38912" y="3785616"/>
            <a:ext cx="411480" cy="4114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8912" y="3785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05840" y="371246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Division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514600" y="371246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coins = coins /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897880" y="37124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Splitting loot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65760" y="4334256"/>
            <a:ext cx="8412480" cy="566928"/>
          </a:xfrm>
          <a:prstGeom prst="rect">
            <a:avLst/>
          </a:prstGeom>
          <a:solidFill>
            <a:srgbClr val="12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38912" y="4407408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38912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05840" y="43342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Modulo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2514600" y="43342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% 10 == 0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897880" y="433425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4"/>
                </a:solidFill>
              </a:rPr>
              <a:t>Every 10th point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0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9B6"/>
                </a:solidFill>
              </a:rPr>
              <a:t>REFLECTION &amp; CLOSING  ·  5 minutes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8412480" cy="1234440"/>
          </a:xfrm>
          <a:prstGeom prst="rect">
            <a:avLst/>
          </a:prstGeom>
          <a:solidFill>
            <a:srgbClr val="1A0A2E"/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7772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is a variable like a labeled box?"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2121408"/>
            <a:ext cx="8412480" cy="914400"/>
          </a:xfrm>
          <a:prstGeom prst="rect">
            <a:avLst/>
          </a:prstGeom>
          <a:solidFill>
            <a:srgbClr val="12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2121408"/>
            <a:ext cx="73152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A box labeled "Health" holds 100. You take damage → open the box, subtract 25, put 75 back. The label never changes — only the value inside does.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3273552"/>
            <a:ext cx="320040" cy="3200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18211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What 3 variables would you need for a platformer game?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3794760"/>
            <a:ext cx="320040" cy="3200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37033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Can a variable store words AND numbers? What did you notice in the code?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4315968"/>
            <a:ext cx="320040" cy="3200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4315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422452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What would happen to the game if it forgot the score?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38539" y="0"/>
            <a:ext cx="785390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</a:rPr>
              <a:t>EXIT TICKET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65760" y="758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AFC4"/>
                </a:solidFill>
              </a:rPr>
              <a:t>Answer these before you go: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73152" cy="109728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12064" y="1463040"/>
            <a:ext cx="365760" cy="36576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2064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Write one variable your dream game would need.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value would it start with?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65760" y="2496312"/>
            <a:ext cx="8412480" cy="10972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2496312"/>
            <a:ext cx="73152" cy="109728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2064" y="2724912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263347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does print() do in GDScript?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" y="3758184"/>
            <a:ext cx="8412480" cy="109728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3758184"/>
            <a:ext cx="73152" cy="10972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2064" y="398678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2064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389534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Rate your confidence today: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05840" y="43799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D"/>
                </a:solidFill>
              </a:rPr>
              <a:t>🔴  Not yet     🟡  Getting it     🟢  Got it!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1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700"/>
                </a:solidFill>
              </a:rPr>
              <a:t>EXTENSION CHALLENGES  ·  Early Finishers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2697480" cy="4206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2697480" cy="4572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777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More Variables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13258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Create variables for level, lives, and enemy_count.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Print them all in _ready().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" y="2606040"/>
            <a:ext cx="2487168" cy="1371600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" y="2651760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level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lives =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enemy_count = 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777240"/>
            <a:ext cx="2697480" cy="4206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777240"/>
            <a:ext cx="2697480" cy="4572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55848" y="7772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Modulo Mystery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55848" y="13258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Type: print(10 % 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What does it output? Can you explain why?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55848" y="2606040"/>
            <a:ext cx="2487168" cy="1371600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410712" y="2651760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print(10 % 3)   # → 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777240"/>
            <a:ext cx="2697480" cy="4206240"/>
          </a:xfrm>
          <a:prstGeom prst="rect">
            <a:avLst/>
          </a:prstGeom>
          <a:solidFill>
            <a:srgbClr val="1228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6480" y="777240"/>
            <a:ext cx="269748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91072" y="777240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Narrative Challenge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36208" y="13258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Write variables describing a character's story setup.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Print an intro scene using those variables.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36208" y="2606040"/>
            <a:ext cx="2487168" cy="1371600"/>
          </a:xfrm>
          <a:prstGeom prst="rect">
            <a:avLst/>
          </a:prstGeom>
          <a:solidFill>
            <a:srgbClr val="07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91072" y="2651760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quest_name = "The Lost Key"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enemy_name = "Shadow Dragon"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4389120" cy="50337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FC4"/>
                </a:solidFill>
              </a:rPr>
              <a:t>Day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 today: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Attach GDScript to a Godot Node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317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Declare variables with var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803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834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Use print() to see output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290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3383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Connect math ops to game logic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776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Explain variables with an analogy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365760" y="452628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A1E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365760" y="4526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FC4"/>
                </a:solidFill>
              </a:rPr>
              <a:t>CSTA 2-AP-11  ·  CCSS 6.EE.A.2  ·  6.EE.B.6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4754880" y="457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FC4"/>
                </a:solidFill>
              </a:rPr>
              <a:t>Coming Up Next: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54880" y="960120"/>
            <a:ext cx="73152" cy="13716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937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</a:rPr>
              <a:t>Day 5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493776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Player Input</a:t>
            </a:r>
            <a:endParaRPr lang="en-US" sz="3000" dirty="0"/>
          </a:p>
        </p:txBody>
      </p:sp>
      <p:sp>
        <p:nvSpPr>
          <p:cNvPr id="22" name="Text 15"/>
          <p:cNvSpPr/>
          <p:nvPr/>
        </p:nvSpPr>
        <p:spPr>
          <a:xfrm>
            <a:off x="4937760" y="24231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FC4"/>
                </a:solidFill>
              </a:rPr>
              <a:t>Using if/else to make your game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AFC4"/>
                </a:solidFill>
              </a:rPr>
              <a:t>respond to what the player does.</a:t>
            </a:r>
            <a:endParaRPr lang="en-US" sz="1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46120"/>
            <a:ext cx="2011680" cy="155448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754880" y="457200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4754880" y="45720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Great work today, </a:t>
            </a:r>
            <a:r>
              <a:rPr lang="en-US" sz="1400" b="1">
                <a:solidFill>
                  <a:srgbClr val="0D1B2A"/>
                </a:solidFill>
              </a:rPr>
              <a:t>coders!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803</Words>
  <Application>Microsoft Macintosh PowerPoint</Application>
  <PresentationFormat>On-screen Show (16:9)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4</dc:title>
  <dc:subject>PptxGenJS Presentation</dc:subject>
  <dc:creator>STEM Through Games Program</dc:creator>
  <cp:lastModifiedBy>Babichenko, Dmitriy</cp:lastModifiedBy>
  <cp:revision>7</cp:revision>
  <dcterms:created xsi:type="dcterms:W3CDTF">2026-06-03T14:50:59Z</dcterms:created>
  <dcterms:modified xsi:type="dcterms:W3CDTF">2026-06-17T23:32:27Z</dcterms:modified>
</cp:coreProperties>
</file>