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7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1B4FBF">
              <a:alpha val="15000"/>
            </a:srgbClr>
          </a:solidFill>
          <a:ln w="12700">
            <a:solidFill>
              <a:srgbClr val="1B4FB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274320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STEM THROUGH GAMES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</a:t>
            </a:r>
            <a:endParaRPr lang="en-US" sz="5200" dirty="0"/>
          </a:p>
          <a:p>
            <a:pPr marL="0" indent="0">
              <a:buNone/>
            </a:pPr>
            <a:r>
              <a:rPr lang="en-US" sz="5200" b="1" kern="0" spc="-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a Game?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1, Day 1  ·  Design Thinking &amp; Game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40740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GAME 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440740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4407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440740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0" y="4407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PHYSICS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440740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44074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NARRATIVE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Powered by Godot Engine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" y="457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1737360"/>
            <a:ext cx="18745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1737360"/>
            <a:ext cx="187452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0–10 min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Warm-Up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2697480"/>
            <a:ext cx="1874520" cy="804672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2697480"/>
            <a:ext cx="187452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10–35 min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 Activity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3657600"/>
            <a:ext cx="18745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3657600"/>
            <a:ext cx="187452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35–45 min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Reflection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2560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42032" y="1060704"/>
            <a:ext cx="329184" cy="329184"/>
          </a:xfrm>
          <a:prstGeom prst="ellipse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060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80944" y="969264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72384" y="969264"/>
            <a:ext cx="5650992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Define key properties of games: rules, goals, feedback, challenge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42032" y="1865376"/>
            <a:ext cx="329184" cy="329184"/>
          </a:xfrm>
          <a:prstGeom prst="ellipse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42032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80944" y="1773936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72384" y="1773936"/>
            <a:ext cx="5650992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Compare different game genres and design choices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42032" y="2670048"/>
            <a:ext cx="329184" cy="329184"/>
          </a:xfrm>
          <a:prstGeom prst="ellipse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42032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80944" y="2578608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72384" y="2578608"/>
            <a:ext cx="5650992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Analyze a published game using design vocabulary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42032" y="3474720"/>
            <a:ext cx="329184" cy="329184"/>
          </a:xfrm>
          <a:prstGeom prst="ellipse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42032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80944" y="3383280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72384" y="3383280"/>
            <a:ext cx="5650992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Sketch an original 1-screen game concept on paper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542032" y="4279392"/>
            <a:ext cx="329184" cy="329184"/>
          </a:xfrm>
          <a:prstGeom prst="ellipse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4203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80944" y="4187952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72384" y="4187952"/>
            <a:ext cx="5650992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Identify where math appears in game systems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</a:rPr>
              <a:t>WARM-UP  ·  0–10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3 Mini-Games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61488" cy="3520440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61488" cy="420624"/>
          </a:xfrm>
          <a:prstGeom prst="rect">
            <a:avLst/>
          </a:prstGeom>
          <a:solidFill>
            <a:srgbClr val="0F1F3D">
              <a:alpha val="70000"/>
            </a:srgbClr>
          </a:solidFill>
          <a:ln w="12700">
            <a:solidFill>
              <a:srgbClr val="0F1F3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115568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PLATFORMER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Move right, jump,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reach the goal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2834640"/>
            <a:ext cx="2578608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880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2E8F0"/>
                </a:solidFill>
              </a:rPr>
              <a:t>ASK: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318211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/>
              <a:t>What does the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/>
              <a:t>player control?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163824" y="1115568"/>
            <a:ext cx="2761488" cy="3520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63824" y="1115568"/>
            <a:ext cx="2761488" cy="420624"/>
          </a:xfrm>
          <a:prstGeom prst="rect">
            <a:avLst/>
          </a:prstGeom>
          <a:solidFill>
            <a:srgbClr val="0F1F3D">
              <a:alpha val="70000"/>
            </a:srgbClr>
          </a:solidFill>
          <a:ln w="12700">
            <a:solidFill>
              <a:srgbClr val="0F1F3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63824" y="1115568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PUZZLE GAME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5264" y="162763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Solve logic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challenges to advance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55264" y="2834640"/>
            <a:ext cx="2578608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55264" y="2880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2E8F0"/>
                </a:solidFill>
              </a:rPr>
              <a:t>ASK: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55264" y="318211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/>
              <a:t>Where is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/>
              <a:t>the challenge?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71616" y="1115568"/>
            <a:ext cx="2761488" cy="3520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115568"/>
            <a:ext cx="2761488" cy="420624"/>
          </a:xfrm>
          <a:prstGeom prst="rect">
            <a:avLst/>
          </a:prstGeom>
          <a:solidFill>
            <a:srgbClr val="0F1F3D">
              <a:alpha val="70000"/>
            </a:srgbClr>
          </a:solidFill>
          <a:ln w="12700">
            <a:solidFill>
              <a:srgbClr val="0F1F3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71616" y="1115568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TOP-DOWN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3056" y="162763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Avoid enemies,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collect items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63056" y="2834640"/>
            <a:ext cx="2578608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2880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2E8F0"/>
                </a:solidFill>
              </a:rPr>
              <a:t>ASK: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3056" y="3182112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/>
              <a:t>How do you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/>
              <a:t>win or lose?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Play each game for 2–3 minutes · Quick share-out after each 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</a:rPr>
              <a:t>GAME DESIGN VOCABULARY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61488" cy="384048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2296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Constraints that structure what players can and cannot 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63824" y="822960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63824" y="822960"/>
            <a:ext cx="2761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63824" y="82296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GOALS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5264" y="1298448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objective the player works toward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822960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71616" y="822960"/>
            <a:ext cx="2761488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71616" y="82296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OBSTACLES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1298448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Challenges that make achieving the goal difficult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276148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285292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328416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Information the game gives the player about their actions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63824" y="2852928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63824" y="2852928"/>
            <a:ext cx="276148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63824" y="285292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WIN 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55264" y="3328416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condition that triggers player success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71616" y="2852928"/>
            <a:ext cx="276148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1616" y="2852928"/>
            <a:ext cx="2761488" cy="384048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71616" y="285292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LOSE 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3328416"/>
            <a:ext cx="257860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condition that triggers failure or restart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MAIN ACTIVITY  ·  CLASS GAME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Analyze: Pac-Man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481328"/>
            <a:ext cx="109728" cy="914400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4FBF"/>
                </a:solidFill>
              </a:rPr>
              <a:t>RULES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Pac-Man moves in corridors; ghosts follow patterns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10972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73168" y="1481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536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</a:rPr>
              <a:t>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828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Eat all pellets on the board without being caught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2624328"/>
            <a:ext cx="109728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24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D28D9"/>
                </a:solidFill>
              </a:rPr>
              <a:t>OBSTACLES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Four ghosts, each with different movement behavior</a:t>
            </a:r>
          </a:p>
        </p:txBody>
      </p:sp>
      <p:sp>
        <p:nvSpPr>
          <p:cNvPr id="17" name="Shape 15"/>
          <p:cNvSpPr/>
          <p:nvPr/>
        </p:nvSpPr>
        <p:spPr>
          <a:xfrm>
            <a:off x="4663440" y="2624328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73168" y="2624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679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06"/>
                </a:solidFill>
              </a:rPr>
              <a:t>FEEDBACK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971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Score counter, lives display, sound effects, flashing</a:t>
            </a:r>
          </a:p>
        </p:txBody>
      </p:sp>
      <p:sp>
        <p:nvSpPr>
          <p:cNvPr id="21" name="Shape 19"/>
          <p:cNvSpPr/>
          <p:nvPr/>
        </p:nvSpPr>
        <p:spPr>
          <a:xfrm>
            <a:off x="256032" y="3767328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767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A34A"/>
                </a:solidFill>
              </a:rPr>
              <a:t>WIN STATE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All pellets eaten — advance to next level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3767328"/>
            <a:ext cx="109728" cy="91440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3767328"/>
            <a:ext cx="41148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822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3A3A"/>
                </a:solidFill>
              </a:rPr>
              <a:t>LOSE STATE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4114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Touched by a ghost three times — game over</a:t>
            </a:r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the Game Design Vocabulary sheet to label each element as a class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YOUR TURN  ·  DESIGN A 1-SCREEN GAME  ·  10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Prompts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is the player's main goal?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385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can the player character do?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obstacles will stop them?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0358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How does the player win?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How does the player lose?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330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feedback will they receive?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25196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804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4A3B8"/>
                </a:solidFill>
              </a:rPr>
              <a:t>GAME SKETCH 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141732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20299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73168" y="264261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73168" y="325526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73168" y="386791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24144" y="1188720"/>
            <a:ext cx="0" cy="3657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84848" y="1188720"/>
            <a:ext cx="0" cy="3657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45552" y="1188720"/>
            <a:ext cx="0" cy="3657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4709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Goal?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4709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Obstacles?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3800" y="4709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Win / Lose?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846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28D9"/>
                </a:solidFill>
              </a:rPr>
              <a:t>No wrong answers — simplicity is the goal!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MATH CONNECTION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numbers appear in games?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481328"/>
            <a:ext cx="201168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011680" cy="438912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SCORES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93392"/>
            <a:ext cx="18288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/>
              <a:t>Addition, multiplication, high scores, leaderboard rankings</a:t>
            </a:r>
          </a:p>
        </p:txBody>
      </p:sp>
      <p:sp>
        <p:nvSpPr>
          <p:cNvPr id="9" name="Shape 7"/>
          <p:cNvSpPr/>
          <p:nvPr/>
        </p:nvSpPr>
        <p:spPr>
          <a:xfrm>
            <a:off x="2432304" y="1481328"/>
            <a:ext cx="201168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2304" y="1481328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32304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TIMERS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23744" y="1993392"/>
            <a:ext cx="18288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/>
              <a:t>Counting down, elapsed time, fractions of a second</a:t>
            </a:r>
          </a:p>
        </p:txBody>
      </p:sp>
      <p:sp>
        <p:nvSpPr>
          <p:cNvPr id="13" name="Shape 11"/>
          <p:cNvSpPr/>
          <p:nvPr/>
        </p:nvSpPr>
        <p:spPr>
          <a:xfrm>
            <a:off x="4608576" y="1481328"/>
            <a:ext cx="201168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08576" y="1481328"/>
            <a:ext cx="201168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08576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COORDINATES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1993392"/>
            <a:ext cx="18288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/>
              <a:t>X/Y position on screen, grid systems, distance between objects</a:t>
            </a:r>
          </a:p>
        </p:txBody>
      </p:sp>
      <p:sp>
        <p:nvSpPr>
          <p:cNvPr id="17" name="Shape 15"/>
          <p:cNvSpPr/>
          <p:nvPr/>
        </p:nvSpPr>
        <p:spPr>
          <a:xfrm>
            <a:off x="6784848" y="1481328"/>
            <a:ext cx="201168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84848" y="1481328"/>
            <a:ext cx="2011680" cy="43891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84848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HEALTH BARS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1993392"/>
            <a:ext cx="18288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/>
              <a:t>Fractions, percentages, current HP vs. max HP ratio</a:t>
            </a:r>
          </a:p>
        </p:txBody>
      </p:sp>
      <p:sp>
        <p:nvSpPr>
          <p:cNvPr id="21" name="Shape 19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736592"/>
            <a:ext cx="8449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Discussion: Circle every place a number would appear in your game sketch — how many did you find?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1F3D"/>
                </a:solidFill>
              </a:rPr>
              <a:t>REFLECTION  ·  35–45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F1F3D"/>
                </a:solidFill>
              </a:rPr>
              <a:t>EXIT TICKET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E293B"/>
                </a:solidFill>
              </a:rPr>
              <a:t>"A game is fun when  </a:t>
            </a:r>
            <a:r>
              <a:rPr lang="en-US" sz="2200" b="1" dirty="0">
                <a:solidFill>
                  <a:srgbClr val="D97706"/>
                </a:solidFill>
              </a:rPr>
              <a:t>________________________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1E293B"/>
                </a:solidFill>
              </a:rPr>
              <a:t>because  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</a:rPr>
              <a:t>___________________________________</a:t>
            </a:r>
            <a:r>
              <a:rPr lang="en-US" sz="2200" i="1" dirty="0">
                <a:solidFill>
                  <a:srgbClr val="1E293B"/>
                </a:solidFill>
              </a:rPr>
              <a:t>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Write your response on an index card or sticky note and hand it in as you leave.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Share-Out Before Tickets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35254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1.  What surprised you most about how games are designed?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60857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2.  Which vocabulary term best describes YOUR game sketch?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3.  Where did you find the most math in your design?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B4FBF">
              <a:alpha val="15000"/>
            </a:srgbClr>
          </a:solidFill>
          <a:ln w="12700">
            <a:solidFill>
              <a:srgbClr val="1B4FB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1F3D"/>
                </a:solidFill>
              </a:rPr>
              <a:t>COMING UP NEXT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Godot —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Nodes, Scenes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Editor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C3E6"/>
                </a:solidFill>
              </a:rPr>
              <a:t>What you'll need to bring: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39502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Your game sketch from today's class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79392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Your design notebook or worksheet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08576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46085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 curious mind — we're opening Godot!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2286000" cy="2286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STEM Through Games  ·  Unit 1, Day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578</Words>
  <Application>Microsoft Macintosh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Unit 1, Day 1</dc:title>
  <dc:subject>PptxGenJS Presentation</dc:subject>
  <dc:creator>PptxGenJS</dc:creator>
  <cp:lastModifiedBy>Babichenko, Dmitriy</cp:lastModifiedBy>
  <cp:revision>3</cp:revision>
  <dcterms:created xsi:type="dcterms:W3CDTF">2026-06-01T20:42:56Z</dcterms:created>
  <dcterms:modified xsi:type="dcterms:W3CDTF">2026-06-17T23:16:49Z</dcterms:modified>
</cp:coreProperties>
</file>