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40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5029200" cy="50292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237744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 THROUGH GAMES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9144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Score, UI</a:t>
            </a:r>
            <a:endParaRPr lang="en-US" sz="5800" dirty="0"/>
          </a:p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HUD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Focus: Data Display and Math Feedback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Godot 4.x  |  Middle School  |  Grades 6–8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914400"/>
            <a:ext cx="20116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0" y="987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96926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45–60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6092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212848"/>
            <a:ext cx="20116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60920" y="22677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60920" y="27157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Dev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3511296"/>
            <a:ext cx="20116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35844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60920" y="3566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60920" y="40142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on a Game HUD?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at the game screenshots below.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information do you see on-screen?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7830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783080"/>
            <a:ext cx="155448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8196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752" y="2404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/ HP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2880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Shows player's remaining life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17830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93392" y="1783080"/>
            <a:ext cx="155448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93392" y="18196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39112" y="2404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84832" y="2880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 earned during play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30752" y="17830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1783080"/>
            <a:ext cx="155448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30752" y="18196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76472" y="2404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22192" y="2880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Countdown or elapsed 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68112" y="17830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68112" y="1783080"/>
            <a:ext cx="155448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68112" y="18196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13832" y="2404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Mini-map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59552" y="2880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or level overview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05472" y="178308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05472" y="1783080"/>
            <a:ext cx="155448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05472" y="181965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51192" y="2404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Ammo / Resources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96912" y="2880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Consumable quantities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Think: Why does a game display this info on screen instead of hiding it in a menu?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457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4592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A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12  |  Score, UI &amp; HUD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828800" cy="18288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71800" y="310896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71800" y="310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47872" y="2926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HUD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47872" y="6217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CanvasLayer → HBoxContainer → Label hierarchy in Godot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225296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7180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12070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HUD Script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47872" y="15361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update_score() and update_health() functions using str()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2139696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7180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47872" y="21214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Signals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47872" y="24505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 custom signals from the Player that update the HUD in real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3054096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7180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47872" y="30358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Data Types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47872" y="33649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the difference between integer 42 and string "42"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3968496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7180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47872" y="39502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 Formula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47872" y="42793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remaining_time = 60 − elapsed_time to build a countdown timer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HUD Scene Tree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536192"/>
            <a:ext cx="0" cy="521208"/>
          </a:xfrm>
          <a:prstGeom prst="line">
            <a:avLst/>
          </a:prstGeom>
          <a:noFill/>
          <a:ln w="2540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54480" y="2587752"/>
            <a:ext cx="0" cy="521208"/>
          </a:xfrm>
          <a:prstGeom prst="line">
            <a:avLst/>
          </a:prstGeom>
          <a:noFill/>
          <a:ln w="2540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4480" y="2587752"/>
            <a:ext cx="13716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0" y="3502152"/>
            <a:ext cx="0" cy="521208"/>
          </a:xfrm>
          <a:prstGeom prst="line">
            <a:avLst/>
          </a:prstGeom>
          <a:noFill/>
          <a:ln w="2540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926080" cy="530352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02412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CanvasLayer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Rename: HUD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97280" y="2057400"/>
            <a:ext cx="2743200" cy="530352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207568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HBoxContainer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88720" y="233172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Auto-arranges children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91640" y="3108960"/>
            <a:ext cx="2377440" cy="530352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83080" y="31272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338328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Rename: ScoreLabel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91640" y="4023360"/>
            <a:ext cx="2377440" cy="530352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83080" y="40416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783080" y="429768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Rename: HealthLabel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64008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73752" y="1097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CanvasLayer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14264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Renders on top of the game world — independent of the camera. The HUD never moves when the player moves.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359152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359152"/>
            <a:ext cx="64008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24505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↔️  HBoxContainer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277977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Automatically arranges child nodes in a horizontal row. No manual positioning needed.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712464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3712464"/>
            <a:ext cx="64008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38039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  Label Nodes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73752" y="41330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text to the player. Descriptive names (ScoreLabel, HealthLabel) let our code find them by path.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 ·  HUD Script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4846320" cy="393192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64008" cy="3931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CanvasLayer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721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7218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6537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update_score(new_score):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58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$ScoreLabel.text 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"Score: " + str(new_score)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449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0449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4381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43814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update_health(new_health):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8313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8313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$HealthLabel.text =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2245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2245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"HP: " + str(new_health)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1097280"/>
            <a:ext cx="3566160" cy="384048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This script belongs to the HUD node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1874520"/>
            <a:ext cx="3566160" cy="384048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0" y="1874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Function takes score as a parameter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2267712"/>
            <a:ext cx="3566160" cy="384048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0" y="22677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$ = shorthand for child node by name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2660904"/>
            <a:ext cx="3566160" cy="384048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26609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str() converts integer → string for display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709160"/>
            <a:ext cx="8321040" cy="38404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470916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  Key function:  str(42)  →  "42"   |   Converts a number to text for display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 ·  Signals: Player → HUD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377440" cy="1280160"/>
          </a:xfrm>
          <a:prstGeom prst="rect">
            <a:avLst/>
          </a:prstGeom>
          <a:solidFill>
            <a:srgbClr val="1B3A6B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CharacterBody2D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score_changed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health_changed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645920"/>
            <a:ext cx="1097280" cy="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86200" y="1536192"/>
            <a:ext cx="13716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389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783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emit_signal()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0" y="1005840"/>
            <a:ext cx="2377440" cy="1280160"/>
          </a:xfrm>
          <a:prstGeom prst="rect">
            <a:avLst/>
          </a:prstGeom>
          <a:solidFill>
            <a:srgbClr val="0D7377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0" y="1005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908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E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6908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update_score()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update_health()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1645920"/>
            <a:ext cx="10058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52360" y="1536192"/>
            <a:ext cx="137160" cy="2286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1389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sets .text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1005840"/>
            <a:ext cx="1280160" cy="1280160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0" y="1024128"/>
            <a:ext cx="12801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(Score)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(HP)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8412480" cy="1828800"/>
          </a:xfrm>
          <a:prstGeom prst="rect">
            <a:avLst/>
          </a:prstGeom>
          <a:solidFill>
            <a:srgbClr val="0F202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6400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26700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Player script — define signals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290779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score_changed(new_score)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314553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health_changed(new_health)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338328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362102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 scene — connect signals in _ready()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385876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$Player.score_changed.connect($HUD.update_score)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0965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$Player.health_changed.connect($HUD.update_health)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Why use signals instead of calling the HUD directly? (Think: decoupling, modularity, reusability)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5A5C"/>
          </a:solidFill>
          <a:ln w="12700">
            <a:solidFill>
              <a:srgbClr val="145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➗  MATH CONNECTION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Integers vs. Strings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a computer store  score = 42  differently from  "42" 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160520" cy="3154680"/>
          </a:xfrm>
          <a:prstGeom prst="rect">
            <a:avLst/>
          </a:prstGeom>
          <a:solidFill>
            <a:srgbClr val="F8FA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16052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Integer:  score = 42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2402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Stored as a binary number in memory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27249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+= 10  →  52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32095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* 2     →  84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" y="36941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 50   →  false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" y="41788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Used in calculations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4160520" cy="3154680"/>
          </a:xfrm>
          <a:prstGeom prst="rect">
            <a:avLst/>
          </a:prstGeom>
          <a:solidFill>
            <a:srgbClr val="F8FA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16052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String:  "42"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22402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Stored as a sequence of characters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9472" y="27249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"Score: " + "42"  →  "Score: 42"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32095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 + "10"  →  "4210"  ⚠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9472" y="36941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use &gt;, &lt;, + for math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41788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Used for display / output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77640" y="2880360"/>
            <a:ext cx="1188720" cy="1188720"/>
          </a:xfrm>
          <a:prstGeom prst="ellipse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77640" y="28803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77640" y="3337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converts!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892040"/>
            <a:ext cx="8503920" cy="402336"/>
          </a:xfrm>
          <a:prstGeom prst="rect">
            <a:avLst/>
          </a:prstGeom>
          <a:solidFill>
            <a:srgbClr val="D0EDEE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🏦  Real world: A bank stores balance = 1042 (number) but displays it as "$1,042.50" (string) — same idea!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7A4A00"/>
          </a:solidFill>
          <a:ln w="12700">
            <a:solidFill>
              <a:srgbClr val="7A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CHALLENGE EXTENSION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Countdown Timer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solidFill>
            <a:srgbClr val="F5A623">
              <a:alpha val="85000"/>
            </a:srgbClr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remaining_time  =  MAX_TIME  −  elapsed_time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remaining_time  =  60  −  elapsed_time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5029200" cy="283464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64008" cy="2834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MAX_TIME = 60.0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3408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elapsed_time = 0.0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time_running = true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8163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_process(delta):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time_running: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52958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elapsed_time += delta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76732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remaining_time =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0050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MAX_TIME - elapsed_time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24281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$TimerLabel.text =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"Time: " + str(int(r...))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32120" y="1993392"/>
            <a:ext cx="3337560" cy="804672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32120" y="1993392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96712" y="2039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Linear Function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96712" y="234086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= b − x where b = 60 (start) and x (elapsed_time) grows each frame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2926080"/>
            <a:ext cx="3337560" cy="804672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32120" y="2926080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96712" y="2971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Zero Condition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96712" y="327355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elapsed = 60, remaining = 0. Game-over triggers here!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32120" y="3858768"/>
            <a:ext cx="3337560" cy="804672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32120" y="3858768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96712" y="39044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delta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96712" y="420624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(seconds) since last frame. Summing delta = computing a running total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828032"/>
            <a:ext cx="8412480" cy="347472"/>
          </a:xfrm>
          <a:prstGeom prst="rect">
            <a:avLst/>
          </a:prstGeom>
          <a:solidFill>
            <a:srgbClr val="1A2B1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828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F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Bonus: Color timer red when &lt; 10s  |  Pause on death  |  Display as MM:SS format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your journal — answer before you leave: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Sketch your HUD layout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1984248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each node and its role in the scene tree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Integer 42  vs.  String "42"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40680" y="1984248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one sentence explaining the difference in your own words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90088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code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355701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line produces  "HP: 75"  in the HealthLabel?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90088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12724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formula 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40680" y="355701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formula if the game starts with 90 seconds instead of 60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work today!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built a HUD!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1097280" cy="1097280"/>
          </a:xfrm>
          <a:prstGeom prst="ellipse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048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502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CanvasLayer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331720"/>
            <a:ext cx="1097280" cy="1097280"/>
          </a:xfrm>
          <a:prstGeom prst="ellipse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24048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97480" y="3502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1097280" cy="1097280"/>
          </a:xfrm>
          <a:prstGeom prst="ellipse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4048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3502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2331720"/>
            <a:ext cx="1097280" cy="1097280"/>
          </a:xfrm>
          <a:prstGeom prst="ellipse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240487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37960" y="3502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CC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4069080"/>
            <a:ext cx="64008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63040" y="406908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Coming up — Day 13: Game States &amp; Game Over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4348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DD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the timer's zero event to a game-over screen  |  Playing, Paused, Game Over states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Microsoft Macintosh PowerPoint</Application>
  <PresentationFormat>On-screen Show (16:9)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1</cp:revision>
  <dcterms:created xsi:type="dcterms:W3CDTF">2026-06-05T16:33:15Z</dcterms:created>
  <dcterms:modified xsi:type="dcterms:W3CDTF">2026-06-05T16:34:20Z</dcterms:modified>
</cp:coreProperties>
</file>