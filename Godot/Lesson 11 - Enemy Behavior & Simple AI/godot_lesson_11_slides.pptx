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74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A4A8A">
              <a:alpha val="30000"/>
            </a:srgbClr>
          </a:solidFill>
          <a:ln w="12700">
            <a:solidFill>
              <a:srgbClr val="1A4A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0BC5EA">
              <a:alpha val="18000"/>
            </a:srgbClr>
          </a:solidFill>
          <a:ln w="12700">
            <a:solidFill>
              <a:srgbClr val="0BC5E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2194560" cy="571500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PROGRAM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858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Behavior</a:t>
            </a:r>
            <a:endParaRPr lang="en-US" sz="4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Simple AI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12064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512064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· Velocity · State Machines · GDScript in Godot 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2377440" cy="658368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6–8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3401568"/>
            <a:ext cx="2377440" cy="658368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5468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Minutes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3401568"/>
            <a:ext cx="2377440" cy="658368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644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4.x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61772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Module 3: Enemies &amp; AI  ·  Lesson 11 of 20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058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06040" cy="347472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16152" y="1417320"/>
            <a:ext cx="914400" cy="914400"/>
          </a:xfrm>
          <a:prstGeom prst="ellipse">
            <a:avLst/>
          </a:prstGeom>
          <a:solidFill>
            <a:srgbClr val="0BC5EA">
              <a:alpha val="85000"/>
            </a:srgbClr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15544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4688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0352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enemies basic movement behavior programmed directly in Godot 4's GDScript.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200400" y="118872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00400" y="1188720"/>
            <a:ext cx="2606040" cy="347472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050792" y="1417320"/>
            <a:ext cx="914400" cy="914400"/>
          </a:xfrm>
          <a:prstGeom prst="ellipse">
            <a:avLst/>
          </a:prstGeom>
          <a:solidFill>
            <a:srgbClr val="1E7A4E">
              <a:alpha val="85000"/>
            </a:srgbClr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15544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24688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Physics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364992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direction toward the player using vectors. Understand normalization and velocity.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035040" y="118872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035040" y="1188720"/>
            <a:ext cx="2606040" cy="3474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885432" y="1417320"/>
            <a:ext cx="914400" cy="914400"/>
          </a:xfrm>
          <a:prstGeom prst="ellipse">
            <a:avLst/>
          </a:prstGeom>
          <a:solidFill>
            <a:srgbClr val="553C9A">
              <a:alpha val="85000"/>
            </a:srgbClr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55448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24688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199632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state machine with PATROL and CHASE states to drive enemy AI logic.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65760" y="4736592"/>
            <a:ext cx="8412480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365760" y="47365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CCSS Math 6–8G · HSN-VM Vectors  |  NGSS MS-PS2-2  |  CSTA 2-AP-10, 2-AP-13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5–8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389888"/>
          </a:xfrm>
          <a:prstGeom prst="rect">
            <a:avLst/>
          </a:prstGeom>
          <a:solidFill>
            <a:srgbClr val="FFF3E0"/>
          </a:solidFill>
          <a:ln w="12700">
            <a:solidFill>
              <a:srgbClr val="C0562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2880" cy="138988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enemy wants to chase the player.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player is at (400, 300) and the enemy is at (100, 100),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direction should the enemy move?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1005840" cy="40233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81328" y="268833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positions: player − enemy = (400−100, 300−100) = (300, 200)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182112"/>
            <a:ext cx="1005840" cy="40233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182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81328" y="32004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difference vector points from the enemy TOWARD the player.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694176"/>
            <a:ext cx="1005840" cy="402336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69417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81328" y="371246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(300, 200) is too big to use as velocity directly — we need to normalize it!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1005840" cy="40233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81328" y="422452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.normalized() does in Godot. Let's build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CONNECTION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 Normalization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1444752"/>
            <a:ext cx="438912" cy="438912"/>
          </a:xfrm>
          <a:prstGeom prst="ellipse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444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Vector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934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target_pos − self_pos = (300, 200)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from enemy toward player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340864"/>
            <a:ext cx="438912" cy="438912"/>
          </a:xfrm>
          <a:prstGeom prst="ellipse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(Length)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50545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|v| = √(x² + y²) = √(300²+200²) ≈ 360.6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apart are they?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438912" cy="438912"/>
          </a:xfrm>
          <a:prstGeom prst="ellipse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163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 = v / |v|   so   |v̂| = 1.0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3712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only — length becomes exactly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133088"/>
            <a:ext cx="438912" cy="438912"/>
          </a:xfrm>
          <a:prstGeom prst="ellipse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0599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Speed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2976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= v̂ × speed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46085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enemy moves at exactly 'speed' px/s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1280160"/>
            <a:ext cx="3520440" cy="3566160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325880" cy="1325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94960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40680" y="3218688"/>
            <a:ext cx="3246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separates direction from speed.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vector always has length 1.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speed gives exactly the velocity you want — no more, no less.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Basic Chase Behavior  ·  10 Minutes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097280"/>
            <a:ext cx="4937760" cy="37490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4937760" cy="329184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" y="1097280"/>
            <a:ext cx="4800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Enemy.gd  — Basic Chase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1481328"/>
            <a:ext cx="4773168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1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CharacterBody2D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player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speed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1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_ready():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 = get_node(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"/root/Game/Player"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1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_physics_process(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</a:t>
            </a:r>
            <a:r>
              <a:rPr lang="en-US" sz="11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direction = (</a:t>
            </a: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player.global_position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global_position).normalized()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velocity = direction * speed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move_and_slide()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40680" y="1097280"/>
            <a:ext cx="109728" cy="804672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14416" y="10972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C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get_node()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14416" y="1371600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Player node in the scene tree by path. Called once in _ready() for performance.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40680" y="2029968"/>
            <a:ext cx="109728" cy="804672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14416" y="20299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.normalized()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14416" y="2304288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any vector to length 1. Gives us direction only — no speed yet.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40680" y="2962656"/>
            <a:ext cx="109728" cy="80467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14416" y="29626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× speed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14416" y="3236976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the unit direction by 'speed' gives us exactly 120 px/s movement.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40680" y="3895344"/>
            <a:ext cx="109728" cy="80467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14416" y="38953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3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move_and_slide()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14416" y="4169664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CharacterBody2D using physics — handles collisions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State Machine: Patrol &amp; Chase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enemy can only be in ONE state at a time. Each state has its own behavior and transition rules.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3108960" cy="2743200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108960" cy="420624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64208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94436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left/right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at screen edges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= Vector2(dir*speed, 0)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11880" y="2377440"/>
            <a:ext cx="1920240" cy="7315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11880" y="2450592"/>
            <a:ext cx="1920240" cy="73152"/>
          </a:xfrm>
          <a:prstGeom prst="rect">
            <a:avLst/>
          </a:prstGeom>
          <a:solidFill>
            <a:srgbClr val="3A5080"/>
          </a:solidFill>
          <a:ln w="12700">
            <a:solidFill>
              <a:srgbClr val="3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080" y="217627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493008" y="239572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493008" y="1170432"/>
            <a:ext cx="2157984" cy="1097280"/>
          </a:xfrm>
          <a:prstGeom prst="rect">
            <a:avLst/>
          </a:prstGeom>
          <a:solidFill>
            <a:srgbClr val="1A2A4A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93008" y="1170432"/>
            <a:ext cx="215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47872" y="1481328"/>
            <a:ext cx="2048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CHASE if dist &lt; detect_range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PATROL if dist ≥ detect_range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1170432"/>
            <a:ext cx="3108960" cy="2743200"/>
          </a:xfrm>
          <a:prstGeom prst="rect">
            <a:avLst/>
          </a:prstGeom>
          <a:solidFill>
            <a:srgbClr val="3A1A0A"/>
          </a:solidFill>
          <a:ln w="12700">
            <a:solidFill>
              <a:srgbClr val="C056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69280" y="1170432"/>
            <a:ext cx="3108960" cy="420624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11704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1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64208"/>
            <a:ext cx="1188720" cy="1188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294436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player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vector math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= dir.normalized()*speed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65760" y="4114800"/>
            <a:ext cx="8412480" cy="804672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0292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Games Use This Pattern: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Pac-Man: Chase/Scatter/Frightened  ·  Minecraft: Idle → Chase → Attack  ·  Zelda: Patrol rooms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— State Machine: Patrol + Chase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005072"/>
          </a:xfrm>
          <a:prstGeom prst="rect">
            <a:avLst/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14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Enemy.gd — State Machine (Patrol + Chase)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11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CharacterBody2D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{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C056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player; 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detect_range = 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patrol_dir = 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current_state: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State.PATROL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</a:t>
            </a:r>
            <a:r>
              <a:rPr lang="en-US" sz="11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_physics_process(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</a:t>
            </a:r>
            <a:r>
              <a:rPr lang="en-US" sz="11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dist = global_position.distance_to(player.global_position)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&lt; detect_range: </a:t>
            </a:r>
            <a:r>
              <a:rPr lang="en-US" sz="1100" dirty="0">
                <a:solidFill>
                  <a:srgbClr val="C056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current_state = State.CHASE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current_state = State.PATROL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current_state: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State.PATROL: velocity = Vector2(patrol_dir * speed, 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State.CHASE:  velocity = (player.global_position - global_position).normalized() * speed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move_and_slide()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EXTENSIONS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097280"/>
            <a:ext cx="269748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697480" cy="7498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" y="2121408"/>
            <a:ext cx="228600" cy="2286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" y="199339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patrol state: enemy moves left/right until it spots the player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" y="2898648"/>
            <a:ext cx="228600" cy="2286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95528" y="277063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distance_to() to trigger the switch to CHASE state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" y="3675888"/>
            <a:ext cx="228600" cy="2286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5528" y="354787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observe the difference in how the enemy feels to play against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097280"/>
            <a:ext cx="2697480" cy="3520440"/>
          </a:xfrm>
          <a:prstGeom prst="rect">
            <a:avLst/>
          </a:prstGeom>
          <a:solidFill>
            <a:srgbClr val="F0FFF4"/>
          </a:solidFill>
          <a:ln w="12700">
            <a:solidFill>
              <a:srgbClr val="1E7A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00400" y="1097280"/>
            <a:ext cx="2697480" cy="749808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00400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364992" y="2121408"/>
            <a:ext cx="228600" cy="228600"/>
          </a:xfrm>
          <a:prstGeom prst="ellipse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75888" y="199339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RETURN state: enemy goes back to start position after losing sight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64992" y="2898648"/>
            <a:ext cx="228600" cy="228600"/>
          </a:xfrm>
          <a:prstGeom prst="ellipse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75888" y="277063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WAIT state: enemy pauses 1 second before chasing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64992" y="3675888"/>
            <a:ext cx="228600" cy="228600"/>
          </a:xfrm>
          <a:prstGeom prst="ellipse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75888" y="354787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current state with a Label node in the scene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80760" y="1097280"/>
            <a:ext cx="2697480" cy="3520440"/>
          </a:xfrm>
          <a:prstGeom prst="rect">
            <a:avLst/>
          </a:prstGeom>
          <a:solidFill>
            <a:srgbClr val="FFFAF0"/>
          </a:solidFill>
          <a:ln w="12700">
            <a:solidFill>
              <a:srgbClr val="C056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080760" y="1097280"/>
            <a:ext cx="2697480" cy="74980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8076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80760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45352" y="2121408"/>
            <a:ext cx="228600" cy="2286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56248" y="199339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line-of-sight using RayCast2D so walls block detection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5352" y="2898648"/>
            <a:ext cx="228600" cy="2286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56248" y="277063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enemy types with different speeds and detection ranges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45352" y="3675888"/>
            <a:ext cx="228600" cy="2286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556248" y="354787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FLEE state triggered when player gets too close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CONNECTION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Enemy AI Shapes Narrative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9844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207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creates tension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15568" y="15361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feel they can outsmart a predictable enemy. Builds strategic gameplay.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487168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23957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creates urgency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15568" y="27249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and adrenaline! Changes the entire emotional tone of the level.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675888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3584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= Character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15568" y="3913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enemies move tells a story about what kind of world this is.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303520" y="1170432"/>
            <a:ext cx="3520440" cy="3200400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303520" y="117043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Game Examples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94960" y="1645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Pac-Man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394960" y="1901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/ Scatter / Frightened — each ghost has its own state machine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394960" y="2304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394960" y="256032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Zombies: Idle patrol until player detected, then attack chase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394960" y="29626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Zelda: OoT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94960" y="32186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 patrol rooms; Stalchildren have a bury/emerge second state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394960" y="36210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Cuphead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94960" y="387705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bosses switch attack states based on remaining health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EXIT TICKET  ·  8–10 Minutes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91056"/>
            <a:ext cx="365760" cy="36576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48132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enemies feel different when they chase vs. patrol? How does that affect game design?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95728"/>
            <a:ext cx="365760" cy="36576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28600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math concepts from class did you use today?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365760" cy="36576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309067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making a horror game, how would you use enemy states to build fear?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005072"/>
            <a:ext cx="365760" cy="36576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895344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each enemy has a slightly different speed or detection range?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0" y="1078992"/>
            <a:ext cx="3566160" cy="3886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107899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1536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 index card or Google Form: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1874520"/>
            <a:ext cx="292608" cy="292608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185623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what .normalized() does to a vector.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0" y="2624328"/>
            <a:ext cx="292608" cy="292608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60604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states in today's enemy AI and what triggers the switch.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3374136"/>
            <a:ext cx="292608" cy="292608"/>
          </a:xfrm>
          <a:prstGeom prst="rect">
            <a:avLst/>
          </a:prstGeom>
          <a:solidFill>
            <a:srgbClr val="0BC5EA"/>
          </a:solidFill>
          <a:ln w="12700">
            <a:solidFill>
              <a:srgbClr val="0BC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35584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change you'd make to the enemy to improve your game?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94960" y="3913632"/>
            <a:ext cx="3383280" cy="896112"/>
          </a:xfrm>
          <a:prstGeom prst="rect">
            <a:avLst/>
          </a:prstGeom>
          <a:solidFill>
            <a:srgbClr val="1A4A8A"/>
          </a:solidFill>
          <a:ln w="12700">
            <a:solidFill>
              <a:srgbClr val="4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40680" y="391363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42062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systems, enemy attacks &amp; damage-on-collision using vector knockback!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1A4A8A">
              <a:alpha val="25000"/>
            </a:srgbClr>
          </a:solidFill>
          <a:ln w="12700">
            <a:solidFill>
              <a:srgbClr val="1A4A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BC5EA">
              <a:alpha val="18000"/>
            </a:srgbClr>
          </a:solidFill>
          <a:ln w="12700">
            <a:solidFill>
              <a:srgbClr val="0BC5E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2331720"/>
          </a:xfrm>
          <a:prstGeom prst="rect">
            <a:avLst/>
          </a:prstGeom>
          <a:solidFill>
            <a:srgbClr val="1A4A8A"/>
          </a:solidFill>
          <a:ln w="12700">
            <a:solidFill>
              <a:srgbClr val="0BC5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93852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51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C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3017520"/>
            <a:ext cx="2340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subtraction, normalization, and velocity — real math powering real games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828800"/>
            <a:ext cx="2560320" cy="2331720"/>
          </a:xfrm>
          <a:prstGeom prst="rect">
            <a:avLst/>
          </a:prstGeom>
          <a:solidFill>
            <a:srgbClr val="1A4A8A"/>
          </a:solidFill>
          <a:ln w="12700">
            <a:solidFill>
              <a:srgbClr val="1E7A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93852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651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01568" y="3017520"/>
            <a:ext cx="2340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state machine: enum, match, distance_to() and move_and_slide()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560320" cy="2331720"/>
          </a:xfrm>
          <a:prstGeom prst="rect">
            <a:avLst/>
          </a:prstGeom>
          <a:solidFill>
            <a:srgbClr val="1A4A8A"/>
          </a:solidFill>
          <a:ln w="12700">
            <a:solidFill>
              <a:srgbClr val="C056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938528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651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36208" y="3017520"/>
            <a:ext cx="23408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behavior is narrative — patrol vs. chase creates completely different player emotions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1097280" y="4315968"/>
            <a:ext cx="6949440" cy="65836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40740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31596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project! We'll add health systems and combat in Day 12.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1238</Words>
  <Application>Microsoft Macintosh PowerPoint</Application>
  <PresentationFormat>On-screen Show (16:9)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11: Enemy Behavior &amp; Simple AI</dc:title>
  <dc:subject>PptxGenJS Presentation</dc:subject>
  <dc:creator>PptxGenJS</dc:creator>
  <cp:lastModifiedBy>Babichenko, Dmitriy</cp:lastModifiedBy>
  <cp:revision>1</cp:revision>
  <dcterms:created xsi:type="dcterms:W3CDTF">2026-06-05T14:19:12Z</dcterms:created>
  <dcterms:modified xsi:type="dcterms:W3CDTF">2026-06-05T14:32:35Z</dcterms:modified>
</cp:coreProperties>
</file>