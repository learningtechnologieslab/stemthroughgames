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60" d="100"/>
          <a:sy n="160" d="100"/>
        </p:scale>
        <p:origin x="21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557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OF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 &amp;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Jumping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in Action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43891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Gravity as Constant Acceleration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914400"/>
            <a:ext cx="22860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0" y="914400"/>
            <a:ext cx="228600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9144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LEVEL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117043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(6–8)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0" y="2148840"/>
            <a:ext cx="22860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0" y="2148840"/>
            <a:ext cx="2286000" cy="2560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40487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3383280"/>
            <a:ext cx="228600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3383280"/>
            <a:ext cx="228600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3383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0" y="3639312"/>
            <a:ext cx="2286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4 · GDScript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234440"/>
            <a:ext cx="850392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54864" cy="6217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051560" y="123444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gravity to a CharacterBody2D player in Godot 4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0040" y="1984248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320040" y="1984248"/>
            <a:ext cx="54864" cy="62179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051560" y="198424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jumping with a negative Y-axis velocity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320040" y="2734056"/>
            <a:ext cx="850392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320040" y="2734056"/>
            <a:ext cx="54864" cy="6217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0"/>
          <p:cNvSpPr/>
          <p:nvPr/>
        </p:nvSpPr>
        <p:spPr>
          <a:xfrm>
            <a:off x="1051560" y="273405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gravity as constant downward acceleration each frame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320040" y="3483864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320040" y="3483864"/>
            <a:ext cx="54864" cy="62179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1051560" y="348386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jump arc shape to the concept of a parabola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320040" y="4233672"/>
            <a:ext cx="8503920" cy="62179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320040" y="4233672"/>
            <a:ext cx="54864" cy="621792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6"/>
          <p:cNvSpPr/>
          <p:nvPr/>
        </p:nvSpPr>
        <p:spPr>
          <a:xfrm>
            <a:off x="1051560" y="423367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JUMP_VELOCITY and gravity to change how the game feels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 (10 min)  ·  Drop the Ball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85039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11430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Drop a rubber ball from different heights — let students observe what happens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783080"/>
            <a:ext cx="4160520" cy="1234440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783080"/>
            <a:ext cx="4160520" cy="274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2103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ball always fall down?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2532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force is acting on it?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783080"/>
            <a:ext cx="4160520" cy="1234440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63440" y="1783080"/>
            <a:ext cx="4160520" cy="2743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502920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00600" y="21031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speed as it falls?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00600" y="253288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constant or changing over time?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0040" y="3200400"/>
            <a:ext cx="4160520" cy="1234440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416052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6858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3520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dropped from twice as high…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57200" y="39502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it be different when it lands?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4160520" cy="1234440"/>
          </a:xfrm>
          <a:prstGeom prst="rect">
            <a:avLst/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63440" y="3200400"/>
            <a:ext cx="4160520" cy="2743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50292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800600" y="3520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game character that jumps.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800600" y="39502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motion look like?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solidFill>
            <a:srgbClr val="0F192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Gravity doesn't just move objects — it continuously accelerates them downward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6012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Physics Concepts First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3886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12344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GODOT'S COORDINATE SYSTEM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11680" y="1965960"/>
            <a:ext cx="201168" cy="201168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40280" y="1920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2066544"/>
            <a:ext cx="25603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28600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(increases →)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12264" y="2066544"/>
            <a:ext cx="0" cy="18288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3172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Y+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31720" y="3291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(increases ↓)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12264" y="1691640"/>
            <a:ext cx="0" cy="36576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1417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Y−  (jump direction)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33832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6393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DOWN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11480" y="420624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JUMP_VELOCITY = −500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11480" y="45720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moves toward top of screen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34840" y="1143000"/>
            <a:ext cx="438912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66360" y="1216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every frame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166360" y="15361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fixed value to Y velocity each physics step — this IS acceleration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434840" y="2103120"/>
            <a:ext cx="438912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5166360" y="21762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= burst of upward velocity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166360" y="2496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velocity.y to a large negative value — gravity then decelerates it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434840" y="3063240"/>
            <a:ext cx="438912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5166360" y="31363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check prevents mid-air jump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166360" y="34564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is_on_floor() ensures gravity &amp; jumping only trigger at correct times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434840" y="4023360"/>
            <a:ext cx="4389120" cy="822960"/>
          </a:xfrm>
          <a:prstGeom prst="rect">
            <a:avLst/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5166360" y="4096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is a parabola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166360" y="44165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= v₀t + ½gt² — a quadratic! That's why it curves symmetrically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6012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Code Walk-Through  ·  res://player.gd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4206240" cy="3840480"/>
          </a:xfrm>
          <a:prstGeom prst="rect">
            <a:avLst/>
          </a:prstGeom>
          <a:solidFill>
            <a:srgbClr val="0F192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2011680" cy="29260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1097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player.gd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CharacterBody2D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6093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18013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SPEED = 250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19933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JUMP_VELOCITY = -500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1854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_physics_process(delta):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256946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gravity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27614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is_on_floor():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29535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velocity += get_gravity()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31455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* delta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11480" y="33375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52958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Jump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1480" y="37216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Input.is_action_just_pressed(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39136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"ui_accept") and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1056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is_on_floor():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1480" y="42976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velocity.y = JUMP_VELOCITY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11480" y="4489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" y="46817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move_and_slide()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663440" y="1143000"/>
            <a:ext cx="4160520" cy="731520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663440" y="114300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800600" y="11978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CharacterBody2D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80060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access to physics methods like move_and_slide() and is_on_floor()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1965960"/>
            <a:ext cx="4160520" cy="731520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663440" y="196596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00600" y="20208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JUMP_VELOCITY = −500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006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Y = up. More negative = higher jump. Try −200 vs −800!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663440" y="2834640"/>
            <a:ext cx="4160520" cy="731520"/>
          </a:xfrm>
          <a:prstGeom prst="rect">
            <a:avLst/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663440" y="283464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00600" y="28895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get_gravity() * delta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80060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gravity to time elapsed per frame — makes physics framerate-independent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63440" y="3657600"/>
            <a:ext cx="4160520" cy="731520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4663440" y="365760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00600" y="3712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is_action_just_pressed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00600" y="3977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 the exact frame button is pressed — prevents holding to fly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663440" y="4480560"/>
            <a:ext cx="4160520" cy="731520"/>
          </a:xfrm>
          <a:prstGeom prst="rect">
            <a:avLst/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4663440" y="448056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4800600" y="4535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move_and_slide()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4800600" y="4800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velocity and handles collisions — must come last every frame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 JUMP_VELOCITY Negative?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556469"/>
            <a:ext cx="3931920" cy="2267712"/>
          </a:xfrm>
          <a:prstGeom prst="rect">
            <a:avLst/>
          </a:prstGeom>
          <a:solidFill>
            <a:srgbClr val="16203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556469"/>
            <a:ext cx="3931920" cy="38404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1556469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105109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= Positive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2562309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Y increases going UP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065229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velocity: +500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(positive = upward)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28800" y="3339549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892040" y="1556469"/>
            <a:ext cx="3931920" cy="2258568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892040" y="1556469"/>
            <a:ext cx="393192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92040" y="1556469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SPACE (GODOT)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105109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= Negative!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029200" y="2562309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Y increases going DOWN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0" y="3065229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velocity: −500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(negative = upward on screen)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537960" y="3613869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5029200" y="289030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 = top-left corner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Your Turn to Code!  (10 min)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420624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502920" cy="111556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20040" y="1143000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41832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script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41832" y="158191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player.gd in Godot and type the full code from the board. No copy/paste — typing builds muscle memory!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404872"/>
            <a:ext cx="420624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0040" y="2404872"/>
            <a:ext cx="502920" cy="11155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20040" y="240487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41832" y="24963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Play (F5)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41832" y="28437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project. Does gravity pull the character down? Jump with Spacebar and feel the arc.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3666744"/>
            <a:ext cx="420624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0040" y="3666744"/>
            <a:ext cx="502920" cy="111556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" y="3666744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41832" y="37581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values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41832" y="41056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JUMP_VELOCITY to -200, -700, -1000. Describe what you observe. How does each feel?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846320" y="1143000"/>
            <a:ext cx="420624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46320" y="1143000"/>
            <a:ext cx="502920" cy="111556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1143000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5468112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gravity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468112" y="1581912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Project Settings → Physics → 2D → Default Gravity. Try 500 vs 2000. What changes?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0" y="2404872"/>
            <a:ext cx="4206240" cy="1115568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46320" y="2404872"/>
            <a:ext cx="502920" cy="111556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46320" y="2404872"/>
            <a:ext cx="5029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468112" y="2496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468112" y="2843784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Game Design Journal: write the best JUMP_VELOCITY you found and why you chose it.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Connection  ·  Why Is the Jump a Parabola?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solidFill>
            <a:srgbClr val="0F192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y(t)  =  v₀ × t  +  ½ × g × t²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2011680"/>
            <a:ext cx="41605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29768" y="20574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y(t)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325880" y="2148840"/>
            <a:ext cx="0" cy="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63040" y="2057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(height) at time 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0040" y="2816352"/>
            <a:ext cx="41605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9768" y="286207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v₀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325880" y="2953512"/>
            <a:ext cx="0" cy="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463040" y="2862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velocity (your JUMP_VELOCITY)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3621024"/>
            <a:ext cx="41605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" y="3666744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325880" y="3758184"/>
            <a:ext cx="0" cy="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463040" y="366674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elapsed (seconds)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2011680"/>
            <a:ext cx="41605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64608" y="205740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760720" y="2148840"/>
            <a:ext cx="0" cy="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97880" y="2057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acceleration (Godot default: 980 px/s²)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0" y="2816352"/>
            <a:ext cx="4160520" cy="685800"/>
          </a:xfrm>
          <a:prstGeom prst="rect">
            <a:avLst/>
          </a:prstGeom>
          <a:solidFill>
            <a:srgbClr val="162032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864608" y="286207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t²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760720" y="2953512"/>
            <a:ext cx="0" cy="4114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897880" y="2862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time makes it a QUADRATIC — that's the parabola!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If we graphed Y position over time during a jump — what shape would we get? Why?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6012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Narrative  ·  What Does Gravity Say About Your World?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2743200" cy="379476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274320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1148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Gravity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Floaty &amp; Dream-Like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783080"/>
            <a:ext cx="256032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Magical / Space / Supernatural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2402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feel weightless and free — every jump soars. Suggests a world beyond normal rules.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Kirby, Celeste (assist mode), Moon levels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4160520"/>
            <a:ext cx="2560320" cy="64008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gravity: 200–400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0" y="1143000"/>
            <a:ext cx="2743200" cy="3794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9184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 Gravity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9184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Familiar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91840" y="1783080"/>
            <a:ext cx="256032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9184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/ Relatable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337560" y="22402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players instinctively understand. Weight and effort feel believable.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33756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Super Mario Bros, Hollow Knight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91840" y="4160520"/>
            <a:ext cx="2560320" cy="64008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9184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gravity: 980 (default)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080760" y="1143000"/>
            <a:ext cx="2743200" cy="379476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080760" y="114300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7220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Gravity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172200" y="13898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&amp; Punishing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2200" y="1783080"/>
            <a:ext cx="256032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172200" y="1783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/ Struggle / Pressure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0" y="224028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jump is an effort. Creates tension and weight. Suits brutal or industrial worlds.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1792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 Wanna Be The Guy, difficult platformers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72200" y="4160520"/>
            <a:ext cx="2560320" cy="64008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17220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gravity: 1800–3000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2004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&amp; Exit Ticket  (7 min)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1143000"/>
            <a:ext cx="4251960" cy="38404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20040" y="114300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DISCUSSION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600200"/>
            <a:ext cx="425196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96112" y="1627632"/>
            <a:ext cx="3584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changing JUMP_VELOCITY affect how the game feels? What about changing gravity?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0040" y="2651760"/>
            <a:ext cx="425196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96112" y="2679192"/>
            <a:ext cx="3584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games have memorable jumps? What makes them feel that way?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20040" y="3703320"/>
            <a:ext cx="425196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896112" y="3730752"/>
            <a:ext cx="3584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programming a jump similar to real physics? How is it different?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54880" y="1143000"/>
            <a:ext cx="406908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4754880" y="11430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(sticky note or journal)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754880" y="1691640"/>
            <a:ext cx="40690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754880" y="1691640"/>
            <a:ext cx="41148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4754880" y="169164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525780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words: what does gravity do to an object's velocity over time?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754880" y="2743200"/>
            <a:ext cx="40690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4754880" y="2743200"/>
            <a:ext cx="41148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754880" y="27432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5257800" y="2788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JUMP_VELOCITY a negative number in the code?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754880" y="3794760"/>
            <a:ext cx="40690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754880" y="3794760"/>
            <a:ext cx="411480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754880" y="379476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5257800" y="3840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to describe how your character's jump felt during testing.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20040" y="4681728"/>
            <a:ext cx="8503920" cy="384048"/>
          </a:xfrm>
          <a:prstGeom prst="rect">
            <a:avLst/>
          </a:prstGeom>
          <a:solidFill>
            <a:srgbClr val="0F192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822960" y="4681728"/>
            <a:ext cx="7909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Save your project before leaving!  File → Save All  (Ctrl+Shift+S)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Complete!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4400" y="16276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as constant acceleration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221992"/>
            <a:ext cx="393192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22494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JUMP_VELOCITY with negative 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2843784"/>
            <a:ext cx="393192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14400" y="2871216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parabola connection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365760" y="3465576"/>
            <a:ext cx="393192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914400" y="3493008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feel through physics tuning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365760" y="4087368"/>
            <a:ext cx="3931920" cy="530352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914400" y="411480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meaning of gravity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4846320" y="32004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4754880" y="822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</a:t>
            </a:r>
            <a:endParaRPr lang="en-US" sz="3600" dirty="0"/>
          </a:p>
        </p:txBody>
      </p:sp>
      <p:sp>
        <p:nvSpPr>
          <p:cNvPr id="24" name="Text 16"/>
          <p:cNvSpPr/>
          <p:nvPr/>
        </p:nvSpPr>
        <p:spPr>
          <a:xfrm>
            <a:off x="4754880" y="1371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Horizontal Movement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Level Design</a:t>
            </a:r>
            <a:endParaRPr lang="en-US" sz="2000" dirty="0"/>
          </a:p>
        </p:txBody>
      </p:sp>
      <p:sp>
        <p:nvSpPr>
          <p:cNvPr id="25" name="Shape 17"/>
          <p:cNvSpPr/>
          <p:nvPr/>
        </p:nvSpPr>
        <p:spPr>
          <a:xfrm>
            <a:off x="4754880" y="2377440"/>
            <a:ext cx="4206240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50592"/>
            <a:ext cx="347472" cy="34747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21808" y="237744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movement with keyboard input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4754880" y="2999232"/>
            <a:ext cx="4206240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72384"/>
            <a:ext cx="347472" cy="34747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21808" y="2999232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&amp; deceleration for smooth stops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4754880" y="3621024"/>
            <a:ext cx="4206240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694176"/>
            <a:ext cx="347472" cy="34747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321808" y="3621024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level with TileMap</a:t>
            </a:r>
            <a:endParaRPr lang="en-US" sz="1200" dirty="0"/>
          </a:p>
        </p:txBody>
      </p:sp>
      <p:sp>
        <p:nvSpPr>
          <p:cNvPr id="34" name="Shape 23"/>
          <p:cNvSpPr/>
          <p:nvPr/>
        </p:nvSpPr>
        <p:spPr>
          <a:xfrm>
            <a:off x="4754880" y="4242816"/>
            <a:ext cx="4206240" cy="512064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315968"/>
            <a:ext cx="347472" cy="34747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321808" y="4242816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movement style shapes game narrative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4754880" y="486460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THROUGH GAMES  ·  GODOT 4  ·  MIDDLE SCHOOL PROGRAM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1140</Words>
  <Application>Microsoft Macintosh PowerPoint</Application>
  <PresentationFormat>On-screen Show (16:9)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– Day 6: Gravity &amp; Jumping</dc:title>
  <dc:subject>PptxGenJS Presentation</dc:subject>
  <dc:creator>PptxGenJS</dc:creator>
  <cp:lastModifiedBy>Babichenko, Dmitriy</cp:lastModifiedBy>
  <cp:revision>13</cp:revision>
  <dcterms:created xsi:type="dcterms:W3CDTF">2026-06-04T10:00:26Z</dcterms:created>
  <dcterms:modified xsi:type="dcterms:W3CDTF">2026-06-17T23:53:01Z</dcterms:modified>
</cp:coreProperties>
</file>