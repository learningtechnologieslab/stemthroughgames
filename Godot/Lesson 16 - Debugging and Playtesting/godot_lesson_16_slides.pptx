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87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56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GODOT GAME DESIGN PROGRAM  ·  MIDDLE SCHOOL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1A5FA8">
              <a:alpha val="30000"/>
            </a:srgbClr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292608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68580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685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7472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Problem-Solving and Iteration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2560320" cy="2560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" y="46360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6–8  ·  60–90 Minutes  ·  Godot Engine  ·  Computer Science + Mathematics + Physics + Narrative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– Debugging &amp; Playtesting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students will be able 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3258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07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Fix Errors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resolve common Godot bugs using systematic strategies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6592" y="13258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8988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07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Debugging Tools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36592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Debugger panel and print() statements to trace program behavior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2004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4632" y="3108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7296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090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Playtesting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" y="3566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and receive structured, constructive feedback on game design and feel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36592" y="3108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7296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90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Your Design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736592" y="3566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feedback loop: Test → Identify → Fix → Repeat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10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8503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"Bugs are not failures — they are puzzles."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these 3 error messages as a class. What is each one telling us?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4864" cy="7498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4904" y="182880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get index 'position' (on base: 'Nil')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Nil means the node wasn't found. Check your node path with $NodeName or get_node().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54864" cy="749808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904" y="278892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84378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call method 'move_and_slide' on a null instance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3172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Wrong node type. CharacterBody2D is required for movement physics methods.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54864" cy="749808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" y="37490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8039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3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'body_entered' not connected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the Node tab and wire the signal to a function. No connection = silent failure.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  ·  PART 1: GUIDED DEBUGGING  ·  20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 Types to Practice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4114800" cy="42062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15214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5214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113385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Reference Error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1581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Game crashes on start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911096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Correct the node path — check $ syntax or rename in Scene tree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08576" y="107899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08576" y="1078992"/>
            <a:ext cx="41148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36592" y="115214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15214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4064" y="113385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Not Working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73168" y="1581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Player doesn't move despite input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73168" y="1911096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73168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 node type to CharacterBody2D; use move_and_slide()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980944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2980944"/>
            <a:ext cx="4114800" cy="420624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20624" y="3054096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05409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68096" y="303580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Not Firing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3483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Objects pass through each other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381304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57200" y="38679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Physics Layers &amp; Masks — they must reference each other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608576" y="2980944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608576" y="2980944"/>
            <a:ext cx="4114800" cy="420624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736592" y="3054096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054096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84064" y="303580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Not Updating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773168" y="3483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3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Score variable changes but UI label doesn't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773168" y="381304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773168" y="38679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3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Open Node tab — wire the signal to the score function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A5FA8">
              <a:alpha val="25000"/>
            </a:srgbClr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45720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 Loop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103120" y="2240280"/>
            <a:ext cx="457200" cy="0"/>
          </a:xfrm>
          <a:prstGeom prst="line">
            <a:avLst/>
          </a:prstGeom>
          <a:noFill/>
          <a:ln w="25400">
            <a:solidFill>
              <a:srgbClr val="3D6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1719072" cy="3200400"/>
          </a:xfrm>
          <a:prstGeom prst="rect">
            <a:avLst/>
          </a:prstGeom>
          <a:solidFill>
            <a:srgbClr val="111F36"/>
          </a:solidFill>
          <a:ln w="19050">
            <a:solidFill>
              <a:srgbClr val="1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1719072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6696" y="1737360"/>
            <a:ext cx="548640" cy="54864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669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1536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error message.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 + line number = your map.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2240280"/>
            <a:ext cx="457200" cy="0"/>
          </a:xfrm>
          <a:prstGeom prst="line">
            <a:avLst/>
          </a:prstGeom>
          <a:noFill/>
          <a:ln w="25400">
            <a:solidFill>
              <a:srgbClr val="3D6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0" y="1536192"/>
            <a:ext cx="1719072" cy="3200400"/>
          </a:xfrm>
          <a:prstGeom prst="rect">
            <a:avLst/>
          </a:prstGeom>
          <a:solidFill>
            <a:srgbClr val="111F36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0" y="1536192"/>
            <a:ext cx="17190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45536" y="17373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4553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2880360"/>
            <a:ext cx="1536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print() before &amp; after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code to trace flow.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240280"/>
            <a:ext cx="457200" cy="0"/>
          </a:xfrm>
          <a:prstGeom prst="line">
            <a:avLst/>
          </a:prstGeom>
          <a:noFill/>
          <a:ln w="25400">
            <a:solidFill>
              <a:srgbClr val="3D6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536192"/>
            <a:ext cx="1719072" cy="3200400"/>
          </a:xfrm>
          <a:prstGeom prst="rect">
            <a:avLst/>
          </a:prstGeom>
          <a:solidFill>
            <a:srgbClr val="111F36"/>
          </a:solidFill>
          <a:ln w="19050">
            <a:solidFill>
              <a:srgbClr val="E26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536192"/>
            <a:ext cx="1719072" cy="54864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94376" y="1737360"/>
            <a:ext cx="548640" cy="548640"/>
          </a:xfrm>
          <a:prstGeom prst="ellipse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9437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916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2880360"/>
            <a:ext cx="1536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Debugger panel.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variable values live.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1536192"/>
            <a:ext cx="1719072" cy="3200400"/>
          </a:xfrm>
          <a:prstGeom prst="rect">
            <a:avLst/>
          </a:prstGeom>
          <a:solidFill>
            <a:srgbClr val="111F36"/>
          </a:solidFill>
          <a:ln w="19050">
            <a:solidFill>
              <a:srgbClr val="6D3B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1536192"/>
            <a:ext cx="1719072" cy="54864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43216" y="1737360"/>
            <a:ext cx="548640" cy="548640"/>
          </a:xfrm>
          <a:prstGeom prst="ellipse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4321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3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2880360"/>
            <a:ext cx="1536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3+ minutes?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eyes catch what yours miss.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print("checkpoint A") before the bug, print("checkpoint B") after — narrow it down step by step.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  ·  PART 2: PEER PLAYTESTING  ·  15–20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Peer Playtesting 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stays SILENT while partner plays — no coaching, no hints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Playtester narrates out loud: "I'm not sure where to go..."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for 7–10 minutes, then switch roles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84048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complete the Feedback Form independently after playing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23560" y="603504"/>
            <a:ext cx="3200400" cy="4343400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822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760720" y="1572768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trying to beat the game.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experiencing it as a brand-new player would — and reporting what you find.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60720" y="3310128"/>
            <a:ext cx="2743200" cy="2743"/>
          </a:xfrm>
          <a:prstGeom prst="rect">
            <a:avLst/>
          </a:prstGeom>
          <a:solidFill>
            <a:srgbClr val="FFB266"/>
          </a:solidFill>
          <a:ln w="12700">
            <a:solidFill>
              <a:srgbClr val="FFB2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072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37033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during playtesting is valuable data — it shows where the design needs 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8503920" cy="384048"/>
          </a:xfrm>
          <a:prstGeom prst="rect">
            <a:avLst/>
          </a:prstGeom>
          <a:solidFill>
            <a:srgbClr val="E8EEFA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Playtester: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</a:t>
            </a: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</a:t>
            </a: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2743200" cy="7772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What was fun?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what moment, mechanic, or detail felt good?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060704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2743200" cy="777240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was confusing?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not understand? Where did you get stuck?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975104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2743200" cy="777240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One suggestion to improve it: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3101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 "What if..." or "It might help if..."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63240" y="2889504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803904"/>
            <a:ext cx="2743200" cy="7772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858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Bug or glitch you noticed: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2245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happened and when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3803904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E8EEFA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felt:   ☐ Very responsive    ☐ Mostly    ☐ Sometimes laggy    ☐ Hard to control          Story/goal:   ☐ Very clear    ☐ Somewhat clear    ☐ Unclear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CROSS-CURRICULAR CONNECTIONS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connects to Math, Physics &amp; Narrative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47548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9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1430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056" y="1755648"/>
            <a:ext cx="164592" cy="16459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170078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= systematic problem decomposition (MP1)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" y="2505456"/>
            <a:ext cx="164592" cy="16459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with print() mirrors algebraic variable substitution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" y="3255264"/>
            <a:ext cx="164592" cy="16459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layers use Boolean set logic (true/false)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" y="4005072"/>
            <a:ext cx="164592" cy="16459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950208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error location ≈ solving for 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11556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1115568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7957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21608" y="11430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374136" y="17556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611880" y="170078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 is grounded in rigid body physics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74136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611880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move_and_slide() applies Newton's velocity &amp; friction laws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74136" y="32552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611880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physics = reasoning about forces &amp; surfaces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374136" y="4005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11880" y="3950208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Layer/mask mismatch = two bodies not "seeing" each other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72200" y="1115568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72200" y="1115568"/>
            <a:ext cx="2743200" cy="475488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79576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47688" y="11430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Design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300216" y="1755648"/>
            <a:ext cx="164592" cy="164592"/>
          </a:xfrm>
          <a:prstGeom prst="ellipse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537960" y="170078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Playtesting = research into how players read your story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00216" y="2505456"/>
            <a:ext cx="164592" cy="164592"/>
          </a:xfrm>
          <a:prstGeom prst="ellipse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537960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that breaks flow also breaks narrative immersion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300216" y="3255264"/>
            <a:ext cx="164592" cy="164592"/>
          </a:xfrm>
          <a:prstGeom prst="ellipse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537960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confusion signals a communication design problem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300216" y="4005072"/>
            <a:ext cx="164592" cy="164592"/>
          </a:xfrm>
          <a:prstGeom prst="ellipse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537960" y="3950208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in games mirrors revision in writing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D3BAD"/>
          </a:solidFill>
          <a:ln w="12700">
            <a:solidFill>
              <a:srgbClr val="6D3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CLOSURE  ·  10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debugging strategy helped most today?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106424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19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1214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the file &amp; line number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followed it to the problem.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120700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0624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106424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1719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print()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21214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traced the code step by step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 found the bad value.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89320" y="1207008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408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1106424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89320" y="1719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 Peer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26480" y="21214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perspective helped 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 was missing.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3621024"/>
            <a:ext cx="8503920" cy="1353312"/>
          </a:xfrm>
          <a:prstGeom prst="rect">
            <a:avLst/>
          </a:prstGeom>
          <a:solidFill>
            <a:srgbClr val="F0EAF8"/>
          </a:solidFill>
          <a:ln w="12700">
            <a:solidFill>
              <a:srgbClr val="C8B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02920" y="3694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3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398678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bug did you fix? How did you find the cause?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feedback will you apply to your game?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debugging like editing writing — or revising a math proof?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5FA8">
              <a:alpha val="22000"/>
            </a:srgbClr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6400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572768"/>
          </a:xfrm>
          <a:prstGeom prst="rect">
            <a:avLst/>
          </a:prstGeom>
          <a:solidFill>
            <a:srgbClr val="0D1E36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sentence in your design notebook: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I fixed a bug by ________________________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learned that ________________________."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8229600" cy="1719072"/>
          </a:xfrm>
          <a:prstGeom prst="rect">
            <a:avLst/>
          </a:prstGeom>
          <a:solidFill>
            <a:srgbClr val="0D1E36"/>
          </a:solidFill>
          <a:ln w="1905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8229600" cy="45720"/>
          </a:xfrm>
          <a:prstGeom prst="rect">
            <a:avLst/>
          </a:prstGeom>
          <a:solidFill>
            <a:srgbClr val="E26C1A"/>
          </a:solidFill>
          <a:ln w="12700">
            <a:solidFill>
              <a:srgbClr val="E26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6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Homework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Peer Feedback Form — choose ONE suggestion to implement before Day 17.
</a:t>
            </a:r>
            <a:r>
              <a:rPr lang="en-US" sz="105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sentences: What will you change, and why did you choose that change?
</a:t>
            </a:r>
            <a:r>
              <a:rPr lang="en-US" sz="105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Explore the Godot Remote Debugger — pause mid-play and inspect a live variable.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Macintosh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 – Debugging &amp; Playtesting</dc:title>
  <dc:subject>PptxGenJS Presentation</dc:subject>
  <dc:creator>STEM Through Games Program</dc:creator>
  <cp:lastModifiedBy>Babichenko, Dmitriy</cp:lastModifiedBy>
  <cp:revision>1</cp:revision>
  <dcterms:created xsi:type="dcterms:W3CDTF">2026-06-08T14:53:36Z</dcterms:created>
  <dcterms:modified xsi:type="dcterms:W3CDTF">2026-06-08T16:24:44Z</dcterms:modified>
</cp:coreProperties>
</file>