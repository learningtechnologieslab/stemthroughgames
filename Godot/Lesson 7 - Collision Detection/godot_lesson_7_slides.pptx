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39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2E45">
              <a:alpha val="60000"/>
            </a:srgbClr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1645920"/>
            <a:ext cx="3200400" cy="3200400"/>
          </a:xfrm>
          <a:prstGeom prst="ellipse">
            <a:avLst/>
          </a:prstGeom>
          <a:solidFill>
            <a:srgbClr val="00B4B4">
              <a:alpha val="15000"/>
            </a:srgbClr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UNIT 2: GAME MECHANICS &amp; PHYSICS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Detection: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Objects Meet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28600" y="3108960"/>
            <a:ext cx="210312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" y="3108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MATH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3108960"/>
            <a:ext cx="210312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916936" y="3108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AREA2D SIGNALS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00600" y="3108960"/>
            <a:ext cx="210312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202936" y="3108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22860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LESSON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3721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CollisionShape2D nodes to player &amp; obstacle objects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2240280"/>
            <a:ext cx="393192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2331720"/>
            <a:ext cx="3721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overlaps using Area2D nodes and signals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65760" y="3246120"/>
            <a:ext cx="393192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02920" y="3337560"/>
            <a:ext cx="3721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bounding boxes and hitboxes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709160" y="1234440"/>
            <a:ext cx="402336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846320" y="1325880"/>
            <a:ext cx="3767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body_entered signal in the Godot editor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09160" y="2240280"/>
            <a:ext cx="402336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4846320" y="2331720"/>
            <a:ext cx="3767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AABB math to determine rectangle overlap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7406640" y="4114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7406640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37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0" y="137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Rectangles on Paper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Draw two rectangles on your paper.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Now draw them overlapping each other.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do you know they are touching?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5029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you know the rectangles are touching?"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numbers would you need to check?"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write a rule using x, y, width and height?"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1828800" cy="1280160"/>
          </a:xfrm>
          <a:prstGeom prst="rect">
            <a:avLst/>
          </a:prstGeom>
          <a:solidFill>
            <a:srgbClr val="2E86DE">
              <a:alpha val="60000"/>
            </a:srgbClr>
          </a:solidFill>
          <a:ln w="254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0" y="1920240"/>
            <a:ext cx="1828800" cy="1280160"/>
          </a:xfrm>
          <a:prstGeom prst="rect">
            <a:avLst/>
          </a:prstGeom>
          <a:solidFill>
            <a:srgbClr val="00B4B4">
              <a:alpha val="60000"/>
            </a:srgbClr>
          </a:solidFill>
          <a:ln w="254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9440" y="1920240"/>
            <a:ext cx="822960" cy="731520"/>
          </a:xfrm>
          <a:prstGeom prst="rect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teach the computer to answer this question — and trigger a game event the moment two objects touch.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52360" y="47548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52360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Collision Shapes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46304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4416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Day 6 project in Godot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2821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Recent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" y="269748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7860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Player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96265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it in the Scene panel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" y="393192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81304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child: CollisionShape2D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19709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→ Add Child Node… → CollisionShape2D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18888" y="146304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134416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Shape to RectangleShape2D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72821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→ Shape → New RectangleShape2D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246888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18888" y="269748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257860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match sprite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96265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orange handles in the viewport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3703320"/>
            <a:ext cx="4160520" cy="1024128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18888" y="3931920"/>
            <a:ext cx="502920" cy="502920"/>
          </a:xfrm>
          <a:prstGeom prst="ellipse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3813048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Obstacle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197096"/>
            <a:ext cx="33101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for every obstacle node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29768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collision shape does NOT have to match the artwork — this is intentional! (hitboxes)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6355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0" y="6355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15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Area2D Collectible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3017520" cy="246888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017520" cy="365760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Area2D  (root)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084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 CollisionShape2D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542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 Sprite2D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999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 [GDScript attached]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3017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3017520" cy="365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Signal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69664"/>
            <a:ext cx="2788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Area2D node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the Node panel (right side)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body_entered → Connect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170432"/>
            <a:ext cx="5303520" cy="3813048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39312" y="1280160"/>
            <a:ext cx="4974336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Attach this script to the Area2D node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Area2D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_on_body_entered(body):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print("Collected!")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1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queue_free()  # remove the coin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5257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0" y="5257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356616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Game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 several Coin instances in the scene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F5 to Play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player into coins — watch Output panel print "Collected!"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170432"/>
            <a:ext cx="461772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11704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to Check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1600200"/>
            <a:ext cx="4617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43400" y="167335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layer/mask mismatch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43400" y="198424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won't detect each other. Check Project → Physics layers.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06240" y="2606040"/>
            <a:ext cx="4617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343400" y="267919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CollisionShape2D disabled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343400" y="299008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'Disabled' checkbox in Inspector is accidentally checked.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06240" y="3611880"/>
            <a:ext cx="4617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343400" y="3685032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not connected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343400" y="3995928"/>
            <a:ext cx="4370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_on_body_entered never fires. Check the Node panel.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8F6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515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coins disappear on contact and Output panel shows 'Collected!' — now add a score display!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5760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0" y="576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· 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— Axis-Aligned Bounding Box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wraps every collision shape in an AABB — a rectangle aligned to the X and Y axes. Two shapes overlap if their X ranges AND Y ranges both overlap.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1389888"/>
          </a:xfrm>
          <a:prstGeom prst="rect">
            <a:avLst/>
          </a:prstGeom>
          <a:solidFill>
            <a:srgbClr val="0D1117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54864" cy="13898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RECTANGLES OVERLAP WHEN: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A.x  &lt;  B.x + B.width    </a:t>
            </a:r>
            <a:r>
              <a:rPr lang="en-US" sz="1600" dirty="0">
                <a:solidFill>
                  <a:srgbClr val="A8C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6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B.x  &lt;  A.x + A.width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A.y  &lt;  B.y + B.height  </a:t>
            </a:r>
            <a:r>
              <a:rPr lang="en-US" sz="1600" dirty="0">
                <a:solidFill>
                  <a:srgbClr val="A8C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B.y  &lt;  A.y + A.height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8412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511296"/>
            <a:ext cx="6537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(2,3)  size 4×3  →  X: [2, 6]   Y: [3, 6]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347472"/>
          </a:xfrm>
          <a:prstGeom prst="rect">
            <a:avLst/>
          </a:prstGeom>
          <a:solidFill>
            <a:srgbClr val="13233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913632"/>
            <a:ext cx="6537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(5,4)  size 3×2  →  X: [5, 8]   Y: [4, 6]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overlap?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4315968"/>
            <a:ext cx="6537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&lt; 8 ✓   and   5 &lt; 6 ✓   →  YES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18304"/>
            <a:ext cx="8412480" cy="347472"/>
          </a:xfrm>
          <a:prstGeom prst="rect">
            <a:avLst/>
          </a:prstGeom>
          <a:solidFill>
            <a:srgbClr val="132338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7183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overlap?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4718304"/>
            <a:ext cx="6537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 6 ✓   and   4 &lt; 6 ✓   →  YES   ⇒  COLLISION!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43800" y="5029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43800" y="502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DISCUSSION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Hitbox Design Question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54964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170432"/>
            <a:ext cx="81107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might a game use a SMALLER hitbox than the visible character?"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73152" cy="1051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2423160"/>
            <a:ext cx="3849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Game Design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2752344"/>
            <a:ext cx="3849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feel cheated when they 'just barely' get hit by something they thought they dodged.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54880" y="23317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54880" y="2331720"/>
            <a:ext cx="73152" cy="1051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961614" y="2423160"/>
            <a:ext cx="3825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vs. Functional Space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61614" y="2752344"/>
            <a:ext cx="3825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clothing, and weapon animations extend beyond where damage should actually register.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5760" y="3520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65760" y="3520440"/>
            <a:ext cx="73152" cy="1051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48640" y="3611880"/>
            <a:ext cx="3849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Agency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941064"/>
            <a:ext cx="3849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 smaller hitbox makes the game feel more forgiving and rewarding.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754880" y="3520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754880" y="3520440"/>
            <a:ext cx="73152" cy="1051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4961614" y="3611880"/>
            <a:ext cx="38257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961614" y="3941064"/>
            <a:ext cx="3825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arcade ships — hitboxes far smaller than sprites. Most modern platformers do the same.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502920" y="46177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When might you want a LARGER hitbox than the visible object? Discuss!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87768" y="5486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87768" y="548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TIE-IN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CONNECTION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2062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as Story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82296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8092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collision signal is a story beat: a hero collecting a magic coin, a bullet finding its mark, a character triggering a secret passage."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021222"/>
            <a:ext cx="8412480" cy="38404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5779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202122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Journal — Answer in 3 to 5 sentences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551574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" y="2661302"/>
            <a:ext cx="457200" cy="4572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" y="26613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51560" y="255157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objects in your game world should cause a reaction when touched?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3420254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" y="3529982"/>
            <a:ext cx="457200" cy="4572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" y="35299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51560" y="342025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narrative meaning of that collision? (Power gained? Danger? Story unlocked?)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" y="4288934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" y="4398662"/>
            <a:ext cx="457200" cy="4572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" y="43986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51560" y="428893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your hitbox size communicate something to the player — tight &amp; punishing, or loose &amp; forgiving?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DIFFERENTIATION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Moves Forward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88920" cy="5943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51460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coin scene — just place instances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Reference Sheet with formula + diagram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students for the debugging portion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64408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64408" y="1188720"/>
            <a:ext cx="2788920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55848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Activity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1920240"/>
            <a:ext cx="23957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Full Area2D build from scratch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Connect signal independently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Test, debug, and verify in Output panel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13048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13048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08776" y="118872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08776" y="1188720"/>
            <a:ext cx="278892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0216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8264" y="1920240"/>
            <a:ext cx="23722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Separate HurtBox / HitBox via collision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Real-time score Label using </a:t>
            </a:r>
            <a:r>
              <a:rPr lang="en-US" sz="1600" dirty="0" err="1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CanvasLayer</a:t>
            </a:r>
            <a:endParaRPr lang="en-US" sz="1600" dirty="0">
              <a:solidFill>
                <a:srgbClr val="1A2E45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2E45"/>
                </a:solidFill>
                <a:ea typeface="Calibri" pitchFamily="34" charset="-122"/>
                <a:cs typeface="Calibri" pitchFamily="34" charset="-120"/>
              </a:rPr>
              <a:t>Compare CircleShape2D vs RectangleShape2D accuracy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7416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57416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617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Self-Assessment: Hold up fingers — 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200400" y="46177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Need more time  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= I can do it with help  </a:t>
            </a: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= I could teach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A2E45">
              <a:alpha val="50000"/>
            </a:srgbClr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COMPLETED DAY 7!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5486400" cy="932688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73152" cy="932688"/>
          </a:xfrm>
          <a:prstGeom prst="rect">
            <a:avLst/>
          </a:prstGeom>
          <a:solidFill>
            <a:srgbClr val="00B4B4"/>
          </a:solidFill>
          <a:ln w="127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3794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&amp; Jumping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constant downward acceleration and implement a jump. Introduce velocity vectors and the physics update loop.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5486400" cy="932688"/>
          </a:xfrm>
          <a:prstGeom prst="rect">
            <a:avLst/>
          </a:prstGeom>
          <a:solidFill>
            <a:srgbClr val="1A2E4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73152" cy="9326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79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9352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UI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2095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score counter in a HUD. Learn CanvasLayer, Label nodes, and global variables.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703320"/>
            <a:ext cx="5486400" cy="932688"/>
          </a:xfrm>
          <a:prstGeom prst="rect">
            <a:avLst/>
          </a:prstGeom>
          <a:solidFill>
            <a:srgbClr val="1A2E45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703320"/>
            <a:ext cx="73152" cy="93268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776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325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Behavior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" y="43068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basic AI: patrolling enemies and obstacle avoidance. Introduction to state machines.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645920"/>
            <a:ext cx="2377440" cy="2377440"/>
          </a:xfrm>
          <a:prstGeom prst="ellipse">
            <a:avLst/>
          </a:prstGeom>
          <a:solidFill>
            <a:srgbClr val="00B4B4">
              <a:alpha val="15000"/>
            </a:srgbClr>
          </a:solidFill>
          <a:ln w="25400">
            <a:solidFill>
              <a:srgbClr val="00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11680"/>
            <a:ext cx="1371600" cy="1371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1792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1035</Words>
  <Application>Microsoft Macintosh PowerPoint</Application>
  <PresentationFormat>On-screen Show (16:9)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– Collision Detection</dc:title>
  <dc:subject>PptxGenJS Presentation</dc:subject>
  <dc:creator>PptxGenJS</dc:creator>
  <cp:lastModifiedBy>Babichenko, Dmitriy</cp:lastModifiedBy>
  <cp:revision>12</cp:revision>
  <dcterms:created xsi:type="dcterms:W3CDTF">2026-06-04T10:35:30Z</dcterms:created>
  <dcterms:modified xsi:type="dcterms:W3CDTF">2026-06-17T23:48:10Z</dcterms:modified>
</cp:coreProperties>
</file>