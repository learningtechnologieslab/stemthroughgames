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411480"/>
            <a:ext cx="12801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OF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Loops, Timers &amp;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86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Spawning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DD5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Focus: Loops and Repeated Game Events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548640"/>
            <a:ext cx="242316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01968" y="658368"/>
            <a:ext cx="22128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in </a:t>
            </a:r>
            <a:r>
              <a:rPr lang="en-US" sz="9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spawn_coin(i)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</a:t>
            </a: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_on_timer_timeout():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spawn_enemy()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Program  ·  Middle School  ·  Godot 4 Game Engine  ·  GDScript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96012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8892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584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04488" y="96012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Grade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3560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· Grades 6–8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7889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76288" y="96012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43560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Engine · GDScript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27889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251460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99008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1–9: Nodes, Signals, Variables, Functions, Scenes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242316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2423160"/>
            <a:ext cx="27889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5584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04488" y="251460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Focus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299008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for/while loops · Timer node · Spawning objects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423160"/>
            <a:ext cx="2788920" cy="1371600"/>
          </a:xfrm>
          <a:prstGeom prst="rect">
            <a:avLst/>
          </a:prstGeom>
          <a:solidFill>
            <a:srgbClr val="112233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2423160"/>
            <a:ext cx="278892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76288" y="2514600"/>
            <a:ext cx="2020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Math Thread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990088"/>
            <a:ext cx="25328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random integers with randi_range()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the End of Today, You Will…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03504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02920" cy="60350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and while loops to repeat actions in a game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8503920" cy="603504"/>
          </a:xfrm>
          <a:prstGeom prst="rect">
            <a:avLst/>
          </a:prstGeom>
          <a:solidFill>
            <a:srgbClr val="112233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819656"/>
            <a:ext cx="502920" cy="6035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819656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85623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multiple enemies and coins using loops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8503920" cy="603504"/>
          </a:xfrm>
          <a:prstGeom prst="rect">
            <a:avLst/>
          </a:prstGeom>
          <a:solidFill>
            <a:srgbClr val="112233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502920" cy="6035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4203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Godot's Timer node for timed game events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8503920" cy="603504"/>
          </a:xfrm>
          <a:prstGeom prst="rect">
            <a:avLst/>
          </a:prstGeom>
          <a:solidFill>
            <a:srgbClr val="112233"/>
          </a:solidFill>
          <a:ln w="19050">
            <a:solidFill>
              <a:srgbClr val="A56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502920" cy="603504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6440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30098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randi_range() to place objects at random positions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8503920" cy="603504"/>
          </a:xfrm>
          <a:prstGeom prst="rect">
            <a:avLst/>
          </a:prstGeom>
          <a:solidFill>
            <a:srgbClr val="112233"/>
          </a:solidFill>
          <a:ln w="1905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502920" cy="603504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9867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0233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loops and timers escalate game challenge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10 MIN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503920" cy="1417320"/>
          </a:xfrm>
          <a:prstGeom prst="rect">
            <a:avLst/>
          </a:prstGeom>
          <a:solidFill>
            <a:srgbClr val="112233"/>
          </a:solidFill>
          <a:ln w="317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502920"/>
            <a:ext cx="64008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"Say the word JUMP five times without stopping."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DD5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is a loop.  When do games repeat actions?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2496312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24871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game you play. What things happen over and over?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4048" y="3090672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30815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enemies only spawned once?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4048" y="3685032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6758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you tell a computer to do something 5 times?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Terms for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6052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1704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5179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code a known number of times: for i in range(5)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4DBF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160520" cy="54864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1456" y="11704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91456" y="15179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code as long as a condition remains true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41605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2359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instantiate()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" y="2706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runtime copy of a scene (coin, enemy)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267712"/>
            <a:ext cx="41605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2359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 node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2706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down and fires a timeout signal at a set interval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A56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4160520" cy="54864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5478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6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add_child()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389534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spawned node to the scene so it appears in-game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56432"/>
            <a:ext cx="4160520" cy="1005840"/>
          </a:xfrm>
          <a:prstGeom prst="rect">
            <a:avLst/>
          </a:prstGeom>
          <a:solidFill>
            <a:srgbClr val="112233"/>
          </a:solidFill>
          <a:ln w="19050">
            <a:solidFill>
              <a:srgbClr val="C678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456432"/>
            <a:ext cx="4160520" cy="54864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91456" y="35478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randi_range(a,b)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91456" y="389534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random integer between a and b, inclusive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INSTRUCTION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For Loops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0A1628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124712"/>
            <a:ext cx="91440" cy="9144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24712"/>
            <a:ext cx="91440" cy="91440"/>
          </a:xfrm>
          <a:prstGeom prst="ellipse">
            <a:avLst/>
          </a:prstGeom>
          <a:solidFill>
            <a:srgbClr val="DDAA22"/>
          </a:solidFill>
          <a:ln w="12700">
            <a:solidFill>
              <a:srgbClr val="DD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124712"/>
            <a:ext cx="91440" cy="91440"/>
          </a:xfrm>
          <a:prstGeom prst="ellipse">
            <a:avLst/>
          </a:prstGeom>
          <a:solidFill>
            <a:srgbClr val="22AA44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289304"/>
            <a:ext cx="380390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structure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0, 1, 2, 3,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1051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it down: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481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  </a:t>
            </a: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sequence [0, 1, 2, 3, 4]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</a:t>
            </a: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loop variable — it changes each iteration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indented block  </a:t>
            </a: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value of 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85039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 —  keep repeating UNTIL a condition becomes false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4754880" cy="1234440"/>
          </a:xfrm>
          <a:prstGeom prst="rect">
            <a:avLst/>
          </a:prstGeom>
          <a:solidFill>
            <a:srgbClr val="0A1628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" y="3474720"/>
            <a:ext cx="91440" cy="9144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" y="3474720"/>
            <a:ext cx="91440" cy="91440"/>
          </a:xfrm>
          <a:prstGeom prst="ellipse">
            <a:avLst/>
          </a:prstGeom>
          <a:solidFill>
            <a:srgbClr val="DDAA22"/>
          </a:solidFill>
          <a:ln w="12700">
            <a:solidFill>
              <a:srgbClr val="DD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4088" y="3474720"/>
            <a:ext cx="91440" cy="91440"/>
          </a:xfrm>
          <a:prstGeom prst="ellipse">
            <a:avLst/>
          </a:prstGeom>
          <a:solidFill>
            <a:srgbClr val="22AA44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3639312"/>
            <a:ext cx="453542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enemies_alive =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enemies_alive &lt; 3: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spawn_enemy()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enemies_alive +=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3401568"/>
            <a:ext cx="3566160" cy="1234440"/>
          </a:xfrm>
          <a:prstGeom prst="rect">
            <a:avLst/>
          </a:prstGeom>
          <a:solidFill>
            <a:srgbClr val="112233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0" y="3493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Caution: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82219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make sure the while condition can become false — otherwise you get an infinite loop and the game freezes!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 ·  FOR LOOPS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Spawn 5 Coins at Random Positions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754880" cy="2011680"/>
          </a:xfrm>
          <a:prstGeom prst="rect">
            <a:avLst/>
          </a:prstGeom>
          <a:solidFill>
            <a:srgbClr val="0A1628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097280"/>
            <a:ext cx="91440" cy="9144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97280"/>
            <a:ext cx="91440" cy="91440"/>
          </a:xfrm>
          <a:prstGeom prst="ellipse">
            <a:avLst/>
          </a:prstGeom>
          <a:solidFill>
            <a:srgbClr val="DDAA22"/>
          </a:solidFill>
          <a:ln w="12700">
            <a:solidFill>
              <a:srgbClr val="DD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097280"/>
            <a:ext cx="91440" cy="91440"/>
          </a:xfrm>
          <a:prstGeom prst="ellipse">
            <a:avLst/>
          </a:prstGeom>
          <a:solidFill>
            <a:srgbClr val="22AA44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261872"/>
            <a:ext cx="4535424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Spawn 5 coins at random X positions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coin = coin_scene.instantiate()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coin.position = Vector2(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randi_range(50, 750), 100)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add_child(coin)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024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0" y="1444752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coin_scene as @export var in Inspector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57800" y="1938528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95681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instantiate() creates a new coin copy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57800" y="2432304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4505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Vector2(x, y) sets position; X is random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2926080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9443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add_child() makes it appear in the scene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57800" y="3419856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578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34381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5×  →  5 coins created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145536"/>
            <a:ext cx="850392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145536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Concept: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48840" y="3145536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doesn't know the positions in advance — each coin lands somewhere new every run. That's procedural game design.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89534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Remember: </a:t>
            </a:r>
            <a:r>
              <a:rPr lang="en-US" sz="115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var coin_scene must be assigned in the Inspector or the game crashes with a null error.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 ·  TIMER NODE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Spawn an Enemy Every 3 Seconds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Godot Editor: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4813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Timer node as child of the main scene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3969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→ Wait Time: 3.0  ·  Autostart: ON  ·  One Shot: 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9806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panel → connect timeout() signal to main script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Script: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44752"/>
            <a:ext cx="4160520" cy="2423160"/>
          </a:xfrm>
          <a:prstGeom prst="rect">
            <a:avLst/>
          </a:prstGeom>
          <a:solidFill>
            <a:srgbClr val="0A1628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73168" y="1517904"/>
            <a:ext cx="91440" cy="9144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10328" y="1517904"/>
            <a:ext cx="91440" cy="91440"/>
          </a:xfrm>
          <a:prstGeom prst="ellipse">
            <a:avLst/>
          </a:prstGeom>
          <a:solidFill>
            <a:srgbClr val="DDAA22"/>
          </a:solidFill>
          <a:ln w="12700">
            <a:solidFill>
              <a:srgbClr val="DD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47488" y="1517904"/>
            <a:ext cx="91440" cy="91440"/>
          </a:xfrm>
          <a:prstGeom prst="ellipse">
            <a:avLst/>
          </a:prstGeom>
          <a:solidFill>
            <a:srgbClr val="22AA44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3941064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Timer fires every 3 seconds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_on_timer_timeout():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spawn_enemy()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spawn_enemy():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EC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enemy = enemy_scene.instantiate()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enemy.position = Vector2(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randi_range(50, 750), 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add_child(enemy)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64992"/>
            <a:ext cx="85039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1097280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Node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Wait: 3s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Autostart 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64208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871216" y="3401568"/>
            <a:ext cx="1097280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71216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71216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every 3s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78224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85232" y="3401568"/>
            <a:ext cx="1097280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85232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_on_timer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_timeout()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85232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699248" y="3401568"/>
            <a:ext cx="1097280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99248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spawn_enemy()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99248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enemy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  ·  10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Probability &amp; Random Numbers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0A1628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randi_range(50, 750)</a:t>
            </a:r>
            <a:r>
              <a:rPr lang="en-US" sz="16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random integer from 50 to 750 inclusive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697480" cy="1965960"/>
          </a:xfrm>
          <a:prstGeom prst="rect">
            <a:avLst/>
          </a:prstGeom>
          <a:solidFill>
            <a:srgbClr val="112233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6974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8836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 is the range?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633472"/>
            <a:ext cx="2487168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7066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750 − 50 + 1 = 701 possible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27248" y="1783080"/>
            <a:ext cx="2697480" cy="1965960"/>
          </a:xfrm>
          <a:prstGeom prst="rect">
            <a:avLst/>
          </a:prstGeom>
          <a:solidFill>
            <a:srgbClr val="112233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1783080"/>
            <a:ext cx="26974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36976" y="18836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36976" y="1883664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any 70-unit section?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36976" y="2633472"/>
            <a:ext cx="2487168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36976" y="27066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P = 70 ÷ 701 ≈ 10%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0176" y="1783080"/>
            <a:ext cx="2697480" cy="1965960"/>
          </a:xfrm>
          <a:prstGeom prst="rect">
            <a:avLst/>
          </a:prstGeom>
          <a:solidFill>
            <a:srgbClr val="112233"/>
          </a:solidFill>
          <a:ln w="25400">
            <a:solidFill>
              <a:srgbClr val="A56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0176" y="1783080"/>
            <a:ext cx="2697480" cy="64008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9904" y="18836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9904" y="1883664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run it 100 times, how many land in 50–190?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9904" y="2633472"/>
            <a:ext cx="2487168" cy="2743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9904" y="27066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Range = 140 units  →  about 140 ÷ 701 × 100 ≈ 20 values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8404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 Game designers use probability distributions to control difficulty — smarter AI spawns enemies near the player, not randomly.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NARRATIVE  ·  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Mechanics Create Story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DD5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Game narrative isn't just written text — it's built into the mechanics.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47472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Escalating spawns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15087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20624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5087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action &amp; mounting threat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347472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2199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Random positioning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22199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17720" y="2221992"/>
            <a:ext cx="420624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222199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feels alive &amp; unpredictable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347472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935224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⏩  Timer speeds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293522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17720" y="2935224"/>
            <a:ext cx="420624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36592" y="293522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urgency without dialogue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648456"/>
            <a:ext cx="347472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64845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Player overwhelmed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36484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617720" y="3648456"/>
            <a:ext cx="4206240" cy="566928"/>
          </a:xfrm>
          <a:prstGeom prst="rect">
            <a:avLst/>
          </a:prstGeom>
          <a:solidFill>
            <a:srgbClr val="11223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364845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climax — built from code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Design Prompt:  </a:t>
            </a: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building a castle-defense game, how would you use Timer and loops to tell that story through gameplay?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 Finishers &amp; Advanced Learners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1508760"/>
          </a:xfrm>
          <a:prstGeom prst="rect">
            <a:avLst/>
          </a:prstGeom>
          <a:solidFill>
            <a:srgbClr val="112233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94360" cy="1508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594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Difficulty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Timer's wait_time each round so enemies spawn faster as the game progresses. Track rounds with a variable.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06240" cy="1508760"/>
          </a:xfrm>
          <a:prstGeom prst="rect">
            <a:avLst/>
          </a:prstGeom>
          <a:solidFill>
            <a:srgbClr val="112233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594360" cy="1508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078992"/>
            <a:ext cx="594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207008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System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572768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times the timer has fired. Double the number of spawned enemies on every 5th wave.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4206240" cy="1508760"/>
          </a:xfrm>
          <a:prstGeom prst="rect">
            <a:avLst/>
          </a:prstGeom>
          <a:solidFill>
            <a:srgbClr val="112233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770632"/>
            <a:ext cx="594360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70632"/>
            <a:ext cx="594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0120" y="2898648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System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score variable. Increase it when the player collects a coin. Display it using a Label node in the HUD.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770632"/>
            <a:ext cx="4206240" cy="1508760"/>
          </a:xfrm>
          <a:prstGeom prst="rect">
            <a:avLst/>
          </a:prstGeom>
          <a:solidFill>
            <a:srgbClr val="112233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770632"/>
            <a:ext cx="594360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770632"/>
            <a:ext cx="594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2898648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Bonus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264408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Poisson process? Research how game studios use probability models for procedural spawn systems.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 Every Learner Where They 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3429000"/>
          </a:xfrm>
          <a:prstGeom prst="rect">
            <a:avLst/>
          </a:prstGeom>
          <a:solidFill>
            <a:srgbClr val="112233"/>
          </a:solidFill>
          <a:ln w="25400">
            <a:solidFill>
              <a:srgbClr val="4DBF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658368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Support / 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874520"/>
            <a:ext cx="73152" cy="274320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18470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code with blanks to fill 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468880"/>
            <a:ext cx="73152" cy="274320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4414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 peer for Activity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" y="3063240"/>
            <a:ext cx="73152" cy="274320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3035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loop diagram handout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" y="3657600"/>
            <a:ext cx="73152" cy="274320"/>
          </a:xfrm>
          <a:prstGeom prst="rect">
            <a:avLst/>
          </a:prstGeom>
          <a:solidFill>
            <a:srgbClr val="4DBFD9"/>
          </a:solidFill>
          <a:ln w="12700">
            <a:solidFill>
              <a:srgbClr val="4DB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3630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accepted on exit ticket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1078992"/>
            <a:ext cx="2743200" cy="3429000"/>
          </a:xfrm>
          <a:prstGeom prst="rect">
            <a:avLst/>
          </a:prstGeom>
          <a:solidFill>
            <a:srgbClr val="112233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72968" y="1078992"/>
            <a:ext cx="274320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On Grade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74520"/>
            <a:ext cx="731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02152" y="18470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both activities independently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468880"/>
            <a:ext cx="731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02152" y="24414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one extension challenge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3063240"/>
            <a:ext cx="731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02152" y="3035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math probability with a partner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73152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02152" y="3630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debug own code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71616" y="1078992"/>
            <a:ext cx="2743200" cy="3429000"/>
          </a:xfrm>
          <a:prstGeom prst="rect">
            <a:avLst/>
          </a:prstGeom>
          <a:solidFill>
            <a:srgbClr val="112233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71616" y="1078992"/>
            <a:ext cx="274320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63056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Advanced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36208" y="1874520"/>
            <a:ext cx="73152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184708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dynamic difficulty system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6208" y="2468880"/>
            <a:ext cx="73152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24414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Poisson process spawning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36208" y="3063240"/>
            <a:ext cx="73152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3035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multi-wave system with score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36208" y="3657600"/>
            <a:ext cx="73152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3630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 peer who is stuck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Reflection &amp; Exit Ticket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024128"/>
          </a:xfrm>
          <a:prstGeom prst="rect">
            <a:avLst/>
          </a:prstGeom>
          <a:solidFill>
            <a:srgbClr val="112233"/>
          </a:solidFill>
          <a:ln w="317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73152" cy="10241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do loops and timers create the feeling of an escalating challenge?"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Answer Before You Go: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670048"/>
            <a:ext cx="7909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for loop and a while loop? Give one example of each in a game.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310128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3328416"/>
            <a:ext cx="7909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line of code that spawns a coin at a random X position between 100 and 600.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68496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986784"/>
            <a:ext cx="7909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words: what does the Timer node's timeout signal do?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 |  Loops, Timers &amp; Spawning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657600"/>
            <a:ext cx="457200" cy="14859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Great work today!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DD5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can now spawn enemies, scatter collectibles, and fire timed events — the backbone of most arcade games.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8046720" cy="1572768"/>
          </a:xfrm>
          <a:prstGeom prst="rect">
            <a:avLst/>
          </a:prstGeom>
          <a:solidFill>
            <a:srgbClr val="112233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— Day 11: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Player Collision &amp; Score Systems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Area2D nodes and the body_entered signal to detect when the player touches enemies or coins — and respond with score changes, sounds, and game-over conditions.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56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Save your project and test your coin and enemy spawning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330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Think: what should happen when the player touches an enemy?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07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Bonus: sketch a HUD design showing score, lives, and a timer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10 Complete  |  See you next time!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4892040"/>
            <a:ext cx="24688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  |  Grades 6–8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Microsoft Macintosh PowerPoint</Application>
  <PresentationFormat>On-screen Show (16:9)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10: Loops, Timers &amp; Spawning</dc:title>
  <dc:subject>PptxGenJS Presentation</dc:subject>
  <dc:creator>PptxGenJS</dc:creator>
  <cp:lastModifiedBy>Babichenko, Dmitriy</cp:lastModifiedBy>
  <cp:revision>1</cp:revision>
  <dcterms:created xsi:type="dcterms:W3CDTF">2026-06-04T15:52:42Z</dcterms:created>
  <dcterms:modified xsi:type="dcterms:W3CDTF">2026-06-04T15:54:59Z</dcterms:modified>
</cp:coreProperties>
</file>