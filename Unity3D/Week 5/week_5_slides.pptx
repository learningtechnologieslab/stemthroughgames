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7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5286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77240" y="187452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Collision Detection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Trigger Events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4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Unity knows when two things touch — and what to do about it.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93292" cy="365760"/>
          </a:xfrm>
          <a:prstGeom prst="roundRect">
            <a:avLst>
              <a:gd name="adj" fmla="val 20000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93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Today, You'll Be Able To…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3379" y="2011680"/>
            <a:ext cx="1030802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difference between a Solid Collider and a Trigger Collider, and pick the right one for the job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3379" y="3474720"/>
            <a:ext cx="1030802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OnCollisionEnter and OnTriggerEnter methods that only react to specific tagged objects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48006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93379" y="4937760"/>
            <a:ext cx="10308021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Boolean flag to stop an event from firing over and over by accident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93292" cy="365760"/>
          </a:xfrm>
          <a:prstGeom prst="roundRect">
            <a:avLst>
              <a:gd name="adj" fmla="val 20000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93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Shapes That Sense the World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character in Unity wears an invisible “hit shape” underneath its actual mesh. None of these three shapes match the character exactly — so why use a fake shape at all?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5486400" cy="2926080"/>
          </a:xfrm>
          <a:prstGeom prst="roundRect">
            <a:avLst>
              <a:gd name="adj" fmla="val 3125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&amp; Talk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it cost the computer to check collision against the EXACT shape of a dragon, scale-by-scale, every single frame?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we lose in accuracy by using a simple box or sphere instead?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Where's the sweet spot between “fast” and “accurate”?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92240" y="1737360"/>
            <a:ext cx="50292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12280" y="1993392"/>
            <a:ext cx="731520" cy="731520"/>
          </a:xfrm>
          <a:prstGeom prst="rect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818120" y="19019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Collider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818120" y="22860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math — great for crates, platforms, walls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0" y="3154680"/>
            <a:ext cx="50292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12280" y="3410712"/>
            <a:ext cx="731520" cy="731520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18120" y="33192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 Collider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818120" y="37033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round — great for balls, coins, projectiles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92240" y="4572000"/>
            <a:ext cx="50292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12280" y="4736592"/>
            <a:ext cx="502920" cy="914400"/>
          </a:xfrm>
          <a:prstGeom prst="roundRect">
            <a:avLst>
              <a:gd name="adj" fmla="val 49091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18120" y="47365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Capsule Collider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818120" y="51206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upright characters best — a bit pricier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298448" cy="365760"/>
          </a:xfrm>
          <a:prstGeom prst="roundRect">
            <a:avLst>
              <a:gd name="adj" fmla="val 20000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Wall… or a Sensor?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collider in Unity does one of two jobs. The only thing that decides which job it does is a single checkbox: Is Trigger.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" y="2697480"/>
            <a:ext cx="822960" cy="82296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2697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965960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3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COLLIDER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965960" y="3108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Trigger: unchecked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70332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blocks other colliders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push against it and stop, like a crate hitting a wall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walls, ground, platforms, locked doors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Fires: OnCollisionEnter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17920" y="24231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37960" y="2697480"/>
            <a:ext cx="822960" cy="822960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37960" y="2697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543800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COLLIDER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543800" y="3108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Trigger: checked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370332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overlap, applies NO physical force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pass right through while code gets notified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coins, checkpoints, level-end zones, sensors</a:t>
            </a:r>
            <a:endParaRPr lang="en-US" sz="145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Fires: OnTriggerEnter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13916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613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CONCEPT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 Unity Calls FOR You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 runs every single frame, no matter what. These two methods are different — Unity only calls them the instant a specific event happens. You never call them yourself.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5349240" cy="1737360"/>
          </a:xfrm>
          <a:prstGeom prst="roundRect">
            <a:avLst>
              <a:gd name="adj" fmla="val 3684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770632"/>
            <a:ext cx="48920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r>
              <a:rPr lang="en-US" sz="14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OnCollisionEnter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(Collision other) {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two SOLID colliders just touched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(needs a Rigidbody on at least one)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once, the instant two solid colliders touch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2606040"/>
            <a:ext cx="5349240" cy="1737360"/>
          </a:xfrm>
          <a:prstGeom prst="roundRect">
            <a:avLst>
              <a:gd name="adj" fmla="val 3684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46520" y="2770632"/>
            <a:ext cx="48920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r>
              <a:rPr lang="en-US" sz="14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OnTriggerEnter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(Collider other) {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something entered a TRIGGER zone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(needs a Rigidbody on at least one)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217920" y="44348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once, the instant something enters a trigger's space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5029200"/>
            <a:ext cx="10927080" cy="1051560"/>
          </a:xfrm>
          <a:prstGeom prst="roundRect">
            <a:avLst>
              <a:gd name="adj" fmla="val 8696"/>
            </a:avLst>
          </a:prstGeom>
          <a:solidFill>
            <a:srgbClr val="FFF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5193792"/>
            <a:ext cx="10378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parameter type: </a:t>
            </a:r>
            <a:r>
              <a:rPr lang="en-US" sz="13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OnCollisionEnter receives a Collision, but OnTriggerEnter receives a Collider directly. Mixing these up is the #1 compile error this week.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+ CT CONNECTION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Event-Driven Thinking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Event-Driven Thinking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0B2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70633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Constantly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26060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refreshing your phone every 5 seconds to see if you got a text. It works — but it wastes effort on every check where nothing happened.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93192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9FB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Update() does — it runs the same code every frame, whether or not anything changed.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78308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0B2E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48473" y="2103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Notified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492240" y="26060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getting a push notification the moment a text arrives. You spend zero effort until the exact instant something actually happens.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393192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9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OnTriggerEnter and OnCollisionEnter do — they only run the instant Unity's physics engine detects the event.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93292" cy="365760"/>
          </a:xfrm>
          <a:prstGeom prst="roundRect">
            <a:avLst>
              <a:gd name="adj" fmla="val 20000"/>
            </a:avLst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932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CompareTag — Checking the Wristband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trigger doesn't care WHAT touched it — a coin, an enemy, a stray bullet, all fire the same OnTriggerEnter. CompareTag is how your code filters for the one object that actually matters.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5394960" cy="2743200"/>
          </a:xfrm>
          <a:prstGeom prst="roundRect">
            <a:avLst>
              <a:gd name="adj" fmla="val 3333"/>
            </a:avLst>
          </a:prstGeom>
          <a:solidFill>
            <a:srgbClr val="FFF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3337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bouncer at a concert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Lots of people walk up to the door — the bouncer only lets through the ones with the right wristband. CompareTag("Player") is your code's wristband check, run before it does anything else.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1691640"/>
            <a:ext cx="5257800" cy="2926080"/>
          </a:xfrm>
          <a:prstGeom prst="roundRect">
            <a:avLst>
              <a:gd name="adj" fmla="val 2188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37960" y="1856232"/>
            <a:ext cx="480060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r>
              <a:rPr lang="en-US" sz="14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OnTriggerEnter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(Collider other) {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(other.CompareTag(</a:t>
            </a:r>
            <a:r>
              <a:rPr lang="en-US" sz="14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"Player"</a:t>
            </a: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{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only runs for the Player —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ignored for everything else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09360" y="4754880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are case-sensitive and must be created in the Tag dropdown — a typo here is the sneakiest bug of the week.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13916" cy="365760"/>
          </a:xfrm>
          <a:prstGeom prst="roundRect">
            <a:avLst>
              <a:gd name="adj" fmla="val 20000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613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 #1 — The Collectible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6492240" cy="4297680"/>
          </a:xfrm>
          <a:prstGeom prst="roundRect">
            <a:avLst>
              <a:gd name="adj" fmla="val 1489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901952"/>
            <a:ext cx="6035040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3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Collectible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MonoBehaviour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</a:t>
            </a:r>
            <a:r>
              <a:rPr lang="en-US" sz="13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pointValue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10;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bool </a:t>
            </a:r>
            <a:r>
              <a:rPr lang="en-US" sz="13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collected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false;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</a:t>
            </a:r>
            <a:r>
              <a:rPr lang="en-US" sz="13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OnTriggerEnter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(Collider other)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(!collected &amp;&amp;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other.CompareTag(</a:t>
            </a:r>
            <a:r>
              <a:rPr lang="en-US" sz="13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"Player"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collected = true;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ScoreManager.score += pointValue;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gameObject.SetActive(false);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406640" y="2148840"/>
            <a:ext cx="4160520" cy="914400"/>
          </a:xfrm>
          <a:prstGeom prst="roundRect">
            <a:avLst>
              <a:gd name="adj" fmla="val 10000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35240" y="22219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Collider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635240" y="25328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Trigger” is checked — the player floats right through 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6640" y="3246120"/>
            <a:ext cx="4160520" cy="914400"/>
          </a:xfrm>
          <a:prstGeom prst="roundRect">
            <a:avLst>
              <a:gd name="adj" fmla="val 10000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35240" y="33192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 flag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635240" y="36301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starts false, flips to true the first time it's touched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0" y="4343400"/>
            <a:ext cx="4160520" cy="914400"/>
          </a:xfrm>
          <a:prstGeom prst="roundRect">
            <a:avLst>
              <a:gd name="adj" fmla="val 10000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35240" y="4416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check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635240" y="47274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“Player”-tagged object can set off the pickup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06640" y="5440680"/>
            <a:ext cx="4160520" cy="914400"/>
          </a:xfrm>
          <a:prstGeom prst="roundRect">
            <a:avLst>
              <a:gd name="adj" fmla="val 10000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35240" y="55138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635240" y="58247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SetActive(false) removes it from the scene once collected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13916" cy="365760"/>
          </a:xfrm>
          <a:prstGeom prst="roundRect">
            <a:avLst>
              <a:gd name="adj" fmla="val 20000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6139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 #2 — The Hazard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6492240" cy="4297680"/>
          </a:xfrm>
          <a:prstGeom prst="roundRect">
            <a:avLst>
              <a:gd name="adj" fmla="val 1489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901952"/>
            <a:ext cx="6035040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3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Hazard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MonoBehaviour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Vector3 </a:t>
            </a:r>
            <a:r>
              <a:rPr lang="en-US" sz="13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respawnPoint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bool </a:t>
            </a:r>
            <a:r>
              <a:rPr lang="en-US" sz="13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isResetting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false;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void </a:t>
            </a:r>
            <a:r>
              <a:rPr lang="en-US" sz="13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OnCollisionEnter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(Collision other)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(!isResetting &amp;&amp;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other.gameObject.CompareTag(</a:t>
            </a:r>
            <a:r>
              <a:rPr lang="en-US" sz="13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"Player"</a:t>
            </a: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isResetting = true;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other.transform.position = respawnPoint;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isResetting = false;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406640" y="2148840"/>
            <a:ext cx="4160520" cy="914400"/>
          </a:xfrm>
          <a:prstGeom prst="roundRect">
            <a:avLst>
              <a:gd name="adj" fmla="val 10000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35240" y="22219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Collider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635240" y="25328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Trigger” is UNCHECKED — the player physically bumps into 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6640" y="3246120"/>
            <a:ext cx="4160520" cy="914400"/>
          </a:xfrm>
          <a:prstGeom prst="roundRect">
            <a:avLst>
              <a:gd name="adj" fmla="val 10000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35240" y="33192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parameter!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635240" y="36301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OnCollisionEnter hands you a Collision — you reach .gameObject first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0" y="4343400"/>
            <a:ext cx="4160520" cy="914400"/>
          </a:xfrm>
          <a:prstGeom prst="roundRect">
            <a:avLst>
              <a:gd name="adj" fmla="val 10000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35240" y="4416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guard pattern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635240" y="47274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isResetting still blocks a second reset while contact continues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06640" y="5440680"/>
            <a:ext cx="4160520" cy="914400"/>
          </a:xfrm>
          <a:prstGeom prst="roundRect">
            <a:avLst>
              <a:gd name="adj" fmla="val 10000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35240" y="55138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635240" y="58247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 the player straight back to a stored respawnPoint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403604" cy="36576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4036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Boolean Guard Matters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trigger can technically fire more than once in a single frame, and physics events can stack up faster than you'd expect. A guard flag is cheap insurance against a bug you won't see coming.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CEB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guard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154680"/>
            <a:ext cx="4800600" cy="1463040"/>
          </a:xfrm>
          <a:prstGeom prst="roundRect">
            <a:avLst>
              <a:gd name="adj" fmla="val 4375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3319272"/>
            <a:ext cx="43434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OnTriggerEnter</a:t>
            </a: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 {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score += 10;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could run 2+ times!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70916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8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jumps by 20, 30, or more from a single coin — and it's nearly impossible to reproduce on purpose to debug.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51460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92240" y="2697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7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guard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92240" y="3154680"/>
            <a:ext cx="4800600" cy="1737360"/>
          </a:xfrm>
          <a:prstGeom prst="roundRect">
            <a:avLst>
              <a:gd name="adj" fmla="val 3684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20840" y="3319272"/>
            <a:ext cx="43434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r>
              <a:rPr lang="en-US" sz="13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OnTriggerEnter</a:t>
            </a: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 {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</a:t>
            </a: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(!collected) {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collected = true;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+= 10;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498348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0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increases by exactly 10, every time, no matter how many frames the overlap technically lasts.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139696" cy="365760"/>
          </a:xfrm>
          <a:prstGeom prst="roundRect">
            <a:avLst>
              <a:gd name="adj" fmla="val 20000"/>
            </a:avLst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ACTIVITY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Your Own Collectible &amp; Hazard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48640" cy="548640"/>
          </a:xfrm>
          <a:prstGeom prst="ellipse">
            <a:avLst/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1691640"/>
            <a:ext cx="10149840" cy="777240"/>
          </a:xfrm>
          <a:prstGeom prst="roundRect">
            <a:avLst>
              <a:gd name="adj" fmla="val 11765"/>
            </a:avLst>
          </a:prstGeom>
          <a:solidFill>
            <a:srgbClr val="FFF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00200" y="16916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collectible with a Trigger Collider, tagged correctly, that raises your score exactly once per pickup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548640" cy="548640"/>
          </a:xfrm>
          <a:prstGeom prst="ellipse">
            <a:avLst/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71600" y="2651760"/>
            <a:ext cx="10149840" cy="777240"/>
          </a:xfrm>
          <a:prstGeom prst="roundRect">
            <a:avLst>
              <a:gd name="adj" fmla="val 11765"/>
            </a:avLst>
          </a:prstGeom>
          <a:solidFill>
            <a:srgbClr val="FFF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00200" y="265176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hazard with a Solid Collider, tagged correctly, that resets the player without repeat-firing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548640" cy="548640"/>
          </a:xfrm>
          <a:prstGeom prst="ellipse">
            <a:avLst/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71600" y="3611880"/>
            <a:ext cx="10149840" cy="777240"/>
          </a:xfrm>
          <a:prstGeom prst="roundRect">
            <a:avLst>
              <a:gd name="adj" fmla="val 11765"/>
            </a:avLst>
          </a:prstGeom>
          <a:solidFill>
            <a:srgbClr val="FFF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600200" y="361188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collider shape (box / sphere / capsule) based on the object's actual silhouette — and be ready to say why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4663440"/>
            <a:ext cx="548640" cy="548640"/>
          </a:xfrm>
          <a:prstGeom prst="ellipse">
            <a:avLst/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71600" y="4572000"/>
            <a:ext cx="10149840" cy="777240"/>
          </a:xfrm>
          <a:prstGeom prst="roundRect">
            <a:avLst>
              <a:gd name="adj" fmla="val 11765"/>
            </a:avLst>
          </a:prstGeom>
          <a:solidFill>
            <a:srgbClr val="FFF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600200" y="45720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each script in your own words: why trigger here, why solid there?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40080" y="5715000"/>
            <a:ext cx="10927080" cy="777240"/>
          </a:xfrm>
          <a:prstGeom prst="roundRect">
            <a:avLst>
              <a:gd name="adj" fmla="val 11765"/>
            </a:avLst>
          </a:prstGeom>
          <a:solidFill>
            <a:srgbClr val="041E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5715000"/>
            <a:ext cx="10378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swap seats — playtest your partner's scene and hunt for double-triggers or the wrong collider type!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980944" cy="365760"/>
          </a:xfrm>
          <a:prstGeom prst="roundRect">
            <a:avLst>
              <a:gd name="adj" fmla="val 20000"/>
            </a:avLst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041E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 or Solid? You Decide.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03890" y="1947672"/>
            <a:ext cx="485683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checkpoint flag that saves your progress but never stops you from running through 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81730" y="1947672"/>
            <a:ext cx="485683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locked door that physically blocks the hallway until you find a key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E4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03890" y="3822192"/>
            <a:ext cx="485683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invisible zone that changes the background music the moment you walk into a new area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81730" y="3822192"/>
            <a:ext cx="485683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boulder that should stop rolling the instant it slams into a wall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A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Big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87452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checkbox — Is Trigger — decides whether a collider blocks movement or just senses it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457200" cy="457200"/>
          </a:xfrm>
          <a:prstGeom prst="ellipse">
            <a:avLst/>
          </a:prstGeom>
          <a:solidFill>
            <a:srgbClr val="1B7F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65176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OnCollisionEnter and OnTriggerEnter are called BY Unity, the instant an event happens — you never call them yourself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rgbClr val="0035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34290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CompareTag filters WHO your response code reacts to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D2A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1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42062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7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Boolean guard stops one event from accidentally firing your response more than once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1643055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1351</Words>
  <Application>Microsoft Macintosh PowerPoint</Application>
  <PresentationFormat>Widescreen</PresentationFormat>
  <Paragraphs>177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Babichenko, Dmitriy</cp:lastModifiedBy>
  <cp:revision>13</cp:revision>
  <dcterms:created xsi:type="dcterms:W3CDTF">2026-07-17T21:29:09Z</dcterms:created>
  <dcterms:modified xsi:type="dcterms:W3CDTF">2026-07-19T02:39:24Z</dcterms:modified>
</cp:coreProperties>
</file>