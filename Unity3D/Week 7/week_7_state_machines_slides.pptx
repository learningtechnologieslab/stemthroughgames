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97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Enemy Behavior: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Machines &amp; Basic AI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77240" y="47091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47091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47091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4709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4F2F3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6133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Enemy Smart?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discussion about what “smart” behavior really requires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96133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Switch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behavior as a small set of named states in C#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53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23960" y="196133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 Paper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enemy's state diagram before writing code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56616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60725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 &amp; Pathfinding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3995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enemy legs that know how to walk around walls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26280" y="356616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26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4920" y="360725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3995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a real Patrol ↔ Chase enemy in your scene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75320" y="356616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753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23960" y="360725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75320" y="3995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seats and try to make a classmate's enemy glitch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64305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Enemy Smart?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760720" cy="4434840"/>
          </a:xfrm>
          <a:prstGeom prst="roundRect">
            <a:avLst>
              <a:gd name="adj" fmla="val 2062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typical game enemy: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walks back and forth along the same short path, over and over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get close, it stops patrolling and comes straight at you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back away far enough, it eventually goes back to patrolling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37960" y="169164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122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a partner: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23317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enemy “smart”? Defend your answer.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actually know about the player?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NOT know?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different things does it ever do?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64305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thinking. It's just consistent.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2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4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 has no memory, no personality, and no idea who you are.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ever does ONE of a small number of specific things — and it switches between them based on ONE measurement: how far away you are.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looks like intelligence is usually just a small number of clear rules, applied consistently.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 today: write those rules down on paper BEFORE we write a single line of code.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4305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“State”?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state machines every day — you just don't call them that.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🚦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Yellow → 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timer decides when to switch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231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Screen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→ Home Screen → App Open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4526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tap or swipe decides when to switch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24231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🎮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Enemy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Patrol → Chase → Attack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4526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distance to player decides when to switch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 = a small set of named states + clear rules for switching between them.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Enemy's Four States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595959"/>
          </a:solidFill>
          <a:ln/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49082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28493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still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94760" y="2286000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1B7F8C"/>
          </a:solidFill>
          <a:ln/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94760" y="249082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86200" y="3028493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 fixed route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2286000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D2AA4B"/>
          </a:solidFill>
          <a:ln/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249082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3028493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toward player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95260" y="5118811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B3261E"/>
          </a:solidFill>
          <a:ln/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95260" y="5323637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86700" y="586130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enough to strike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4640" y="2788920"/>
            <a:ext cx="914400" cy="365760"/>
          </a:xfrm>
          <a:prstGeom prst="right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060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patrolling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2514600"/>
            <a:ext cx="914400" cy="320040"/>
          </a:xfrm>
          <a:prstGeom prst="rightArrow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is close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 distance)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3154680"/>
            <a:ext cx="914400" cy="320040"/>
          </a:xfrm>
          <a:prstGeom prst="left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moves away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(far distance)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03920" y="3703320"/>
            <a:ext cx="365760" cy="1280160"/>
          </a:xfrm>
          <a:prstGeom prst="downArrow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55380" y="4159605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close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6172200"/>
            <a:ext cx="4615092" cy="502920"/>
          </a:xfrm>
          <a:prstGeom prst="roundRect">
            <a:avLst>
              <a:gd name="adj" fmla="val 14545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6172200"/>
            <a:ext cx="43864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guarded by a condition we can measure.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States with enum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enum is a C# type that names a fixed list of legal values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declare it, a variable of that type can ONLY ever be one of the listed values — never a typo, never something invalid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our diagram exactly: four circles on paper become four values in one enum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5212080" cy="1783080"/>
          </a:xfrm>
          <a:prstGeom prst="roundRect">
            <a:avLst>
              <a:gd name="adj" fmla="val 6667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a string like "chase"? </a:t>
            </a: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"chase", "Chase", and "CHASE" all look the same to you but not to the compiler — enum makes that whole bug class impossible.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532120" cy="2377440"/>
          </a:xfrm>
          <a:prstGeom prst="roundRect">
            <a:avLst>
              <a:gd name="adj" fmla="val 2692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27648" y="1883664"/>
            <a:ext cx="51297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</a:t>
            </a:r>
            <a:r>
              <a:rPr lang="en-US" sz="15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Idle, Patrol, Chase, Attack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5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 </a:t>
            </a:r>
            <a:r>
              <a:rPr lang="en-US" sz="15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currentState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EnemyState.Patrol;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126480" y="434340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4773168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type called EnemyState. It can only be Idle, Patrol, Chase, or Attack. Right now, currentState holds the value Patrol.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switch: One Clean Way to Ask “Which State?”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blocks below do the exact same thing. Which would you rather read — or debug at 11pm?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repetitive way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3703320"/>
          </a:xfrm>
          <a:prstGeom prst="roundRect">
            <a:avLst>
              <a:gd name="adj" fmla="val 172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569464"/>
            <a:ext cx="499262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(currentState == EnemyState.Idle)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Idle();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(currentState ==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EnemyState.Patrol)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Patrol();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(currentState ==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EnemyState.Chase)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Chase();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(currentState ==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EnemyState.Attack)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Attack();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2057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94960" cy="3703320"/>
          </a:xfrm>
          <a:prstGeom prst="roundRect">
            <a:avLst>
              <a:gd name="adj" fmla="val 172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64808" y="2569464"/>
            <a:ext cx="499262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(currentState)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EnemyState.Idle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Idle(); </a:t>
            </a: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EnemyState.Patrol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Patrol(); </a:t>
            </a: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EnemyState.Chase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Chase(); </a:t>
            </a: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EnemyState.Attack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Attack(); </a:t>
            </a: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“Close” in 3D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on our diagram needs a number behind it. That number is distance.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 formula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distance (Pythagorean theorem):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√[(x₂ − x₁)² + (y₂ − y₁)²]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just adds a z-axis (depth):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√[(x₂−x₁)²+(y₂−y₁)²+(z₂−z₁)²]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Vector3.Distance() calculates this exact formula for you — you never have to type the square root yourself.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replaces the whole formula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274320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2889504"/>
            <a:ext cx="49926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distanceToPlayer </a:t>
            </a: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Vector3.Distance(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player.position);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438912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transform.position = where the enemy is right now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player.position = where the player is right now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one plain number — exactly what a switch/if condition needs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It Before You Build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paper first? </a:t>
            </a: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game team sketches an enemy's behavior before anyone opens an editor. A vague idea (“it notices you”) turns into bugs. A precise rule (“distance &lt; 5”) turns into working code.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worksheet, for EVERY state write down: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enemy DO in this state?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“walk between waypoint A and B”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 condition sends it to another state?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709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“distance to player &lt; 5” — never “if it notices”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365760" cy="3657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49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 does that condition lead to?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5760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arrow, label the destination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Rule or Precise Rule?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condition. Only precise rules can become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enemy notices the player”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372600" y="2157984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72600" y="215798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85292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distance to player &lt; 6”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372600" y="2907792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2600" y="290779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6027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player gets close”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372600" y="3657600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72600" y="365760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52544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35254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distance to player &lt; 1.5 (attack range)”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372600" y="4407408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72600" y="44074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102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enemy feels threatened”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372600" y="5157216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72600" y="51572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enemy knows WHEN to chase. Now it needs to know HOW to move.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0B2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way: straight 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+= direction * speed * Time.deltaTime;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in an open field. Fails the instant there's a wall between the enemy and the player — it just walks into it and gets stuck.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0B2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way: pathfinding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agent.SetDestination(player.position);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52044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line. Unity figures out a route around walls and obstacles on its own — because it already built a map of every place the enemy is allowed to stand.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NavMesh: A Map Made of Walkable Spots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route through a space is a real computer science problem — called graph search. NavMesh is how Unity sets that problem up.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2326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(baked NavMesh)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26080" y="3291840"/>
            <a:ext cx="1005840" cy="1737360"/>
          </a:xfrm>
          <a:prstGeom prst="round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83464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283464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365760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448056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20240" y="448056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20240" y="521208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0" y="283464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20640" y="283464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0" y="365760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448056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448056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20640" y="521208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0" y="274320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83280" y="5212080"/>
            <a:ext cx="109728" cy="10972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5840" y="5394960"/>
            <a:ext cx="320040" cy="3200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2560320"/>
            <a:ext cx="320040" cy="32004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enemy start   ·   P = player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37960" y="224028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12280" y="2468880"/>
            <a:ext cx="4617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= Unity scans your floor once and records every spot an agent could stand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dots = the walkable graph — the wall simply has no dots on it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NavMeshAgent = the component that searches this graph for a route and walks it, frame by frame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wrote the search algorithm — but you can now name what's happening: a graph search over baked walkable space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Baking a NavMesh in Unity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673352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floor object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176479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ground/floor mesh in the Hierarchy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2724912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28163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Navigation Static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81635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Inspector → Static dropdown → check Navigation Static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3776472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38679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Navigation window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8679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→ AI → Navigation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4828032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1600" y="49194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Bake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491947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scans the floor and paints the walkable surface blue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60350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won't move: check Navigation Static was set BEFORE you baked, and bake again after any change.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NavMeshAgent Component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Component → Navigation → NavMeshAgent on your enemy object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destination once, and it keeps walking toward it every frame on its own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slows, turns, and routes around obstacles — no extra code required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settings: Speed (how fast), Stopping Distance (how close before it's “arrived”)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32120" cy="1920240"/>
          </a:xfrm>
          <a:prstGeom prst="roundRect">
            <a:avLst>
              <a:gd name="adj" fmla="val 333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27648" y="1883664"/>
            <a:ext cx="512978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NavMeshAgent </a:t>
            </a: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GetComponent&lt;NavMeshAgent&gt;();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384048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40233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sets everything in motion: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55080" y="4434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agent.SetDestination(player.position);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50292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this once when the enemy enters Chase. You don't need to keep moving it yourself — the agent does that every frame until you give it a new destination.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Full EnemyAI Script (Part 1)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109960" cy="4709160"/>
          </a:xfrm>
          <a:prstGeom prst="roundRect">
            <a:avLst>
              <a:gd name="adj" fmla="val 13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746504"/>
            <a:ext cx="10707624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EnemyAI 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MonoBehaviour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enum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 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Patrol, Chase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currentState = EnemyState.Patrol;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patrolPoints;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chaseRange = 6f;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NavMeshAgent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patrolIndex = 0;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distanceToPlayer =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Vector3.Distance(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transform.position, player.position);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currentState = (distanceToPlayer &lt; chaseRange)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? EnemyState.Chase : EnemyState.Patrol;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(currentState) {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next slide */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Full EnemyAI Script (Part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109960" cy="4709160"/>
          </a:xfrm>
          <a:prstGeom prst="roundRect">
            <a:avLst>
              <a:gd name="adj" fmla="val 13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746504"/>
            <a:ext cx="10707624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(currentState)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EnemyState.Patrol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Patrol(); </a:t>
            </a: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EnemyState.Chase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agent.SetDestination(player.position);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agent.SetDestination(patrolPoints[patrolIndex].position);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(Vector3.Distance(transform.position,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patrolPoints[patrolIndex].position) &lt; 0.5f)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patrolIndex = (patrolIndex + 1) % patrolPoints.Length;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It: Diagram →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part of your paper diagram to the exact line of code that implements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circle on your diagram (e.g., “Chase”)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0" y="2148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7F8C"/>
                </a:solidFill>
              </a:rPr>
              <a:t>↔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2148840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inside enum EnemyState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arrow's label (e.g., “distance &lt; 6”)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31089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7F8C"/>
                </a:solidFill>
              </a:rPr>
              <a:t>↔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46520" y="3108960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3108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inside the ?: or if statement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enemy does while in a state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40690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7F8C"/>
                </a:solidFill>
              </a:rPr>
              <a:t>↔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4069080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4069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inside that state's switch case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FFF4D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 reaching a patrol 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50292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7F8C"/>
                </a:solidFill>
              </a:rPr>
              <a:t>↔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46520" y="5029200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if-check inside Patrol() that advances patrolIndex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14500" cy="365760"/>
          </a:xfrm>
          <a:prstGeom prst="roundRect">
            <a:avLst>
              <a:gd name="adj" fmla="val 2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States Flicker (“State Flapping”)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BE9E7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player hovers right around your chaseRange distance, the enemy can flip between Patrol and Chase every single frame — it looks like it's twitching or glitching in place.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threshold has to make an instant yes/no decision, and the measurement (distance) is constantly changing by tiny amounts near that line.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fix: two thresholds, not one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5120640" cy="1645920"/>
          </a:xfrm>
          <a:prstGeom prst="roundRect">
            <a:avLst>
              <a:gd name="adj" fmla="val 388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64808" y="2432304"/>
            <a:ext cx="47183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(distanceToPlayer &lt; 6f)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currentState = EnemyState.Chase;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(distanceToPlayer &gt; 8f)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currentState = EnemyState.Patrol;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between 6 and 8: stay in whatever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state it was already 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114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hysteresis — a gap between the “start” and “stop” thresholds so the enemy commits to a state instead of hovering right on the edge.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Build Checklist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NavMeshAgent component to your enemy object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359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floor Navigation Static and Bake (Window → AI → Navigation)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9809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2–4 empty GameObjects as patrol waypoints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6027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 paste your EnemyAI script; drag in the player and patrol points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70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2245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Play: walk toward your enemy and confirm it switches to Chase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846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 and confirm it goes back to Patrol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5138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54681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add an Attack state at a much shorter range, or a second enemy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Seats: Try to Break the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E4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at a classmate's computer. You have 5 minutes to try to make their enemy glitch.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B2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642616"/>
            <a:ext cx="365760" cy="36576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46888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right up to the chaseRange boundary and hold still — does it flicker?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B2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3511296"/>
            <a:ext cx="365760" cy="36576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from a strange angle or from behind an obstacle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B2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379976"/>
            <a:ext cx="365760" cy="36576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0624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away as fast as you can — does it correctly give up the chase?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B2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5248656"/>
            <a:ext cx="365760" cy="36576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074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still while the enemy is patrolling — does it ever get stuck at a waypoint?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log off, answer on paper or in your journal: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53746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5374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up your diagram next to your Play mode scene. Point to one arrow — what line of code makes that happen?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4F2F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771900"/>
            <a:ext cx="365760" cy="3657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7719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566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if you swapped &lt; for &gt; in your distance comparison? Predict, then test it.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7EE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5006340"/>
            <a:ext cx="365760" cy="3657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006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your enemy need a baked NavMesh even though it already has a target position?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2296</Words>
  <Application>Microsoft Macintosh PowerPoint</Application>
  <PresentationFormat>Widescreen</PresentationFormat>
  <Paragraphs>332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28</cp:revision>
  <dcterms:created xsi:type="dcterms:W3CDTF">2026-07-17T22:11:55Z</dcterms:created>
  <dcterms:modified xsi:type="dcterms:W3CDTF">2026-07-20T12:55:56Z</dcterms:modified>
</cp:coreProperties>
</file>