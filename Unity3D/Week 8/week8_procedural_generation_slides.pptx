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983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1371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Procedural Generation &amp; Randomness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 Die Roll Really Random?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492240" cy="4297680"/>
          </a:xfrm>
          <a:prstGeom prst="roundRect">
            <a:avLst>
              <a:gd name="adj" fmla="val 1915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partner: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a six-sided die 20 times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how many times each number (1–6) comes up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tally to the pair next to you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0" y="1691640"/>
            <a:ext cx="4343400" cy="4297680"/>
          </a:xfrm>
          <a:prstGeom prst="roundRect">
            <a:avLst>
              <a:gd name="adj" fmla="val 191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352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5240" y="237744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every number come up exactly ⅓ of the time?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— is your die broken?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200 rolls look more even, or less?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can't roll a die for 200 coins.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level, you might need hundreds of coins, enemies, or obstacles. You can't place each one by hand — and you can't stop and roll a physical die for each one either. Today, the computer becomes the die: a rule that generates many outcomes automatically.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0B2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drag each object into the scene by hand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objects = 10 manual placements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35040" y="3703320"/>
            <a:ext cx="5623560" cy="2286000"/>
          </a:xfrm>
          <a:prstGeom prst="roundRect">
            <a:avLst>
              <a:gd name="adj" fmla="val 36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43434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+ one random rule places objects for you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objects or 200 — the code barely changes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Rule, Many Outcomes: the for Loop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 loop repeats a block of code a set number of times. Unity keeps count for you — you just tell it how many times to go around.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675120" cy="2743200"/>
          </a:xfrm>
          <a:prstGeom prst="roundRect">
            <a:avLst>
              <a:gd name="adj" fmla="val 233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478024"/>
            <a:ext cx="627278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spawnCount; i++)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Vector3 spawnPos = </a:t>
            </a: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Vector3(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Random.Range(-8f, 8f),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0.5f,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Random.Range(-8f, 8f)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Instantiate(coinPrefab, spawnPos, Quaternion.identity);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52360" y="2331720"/>
            <a:ext cx="4206240" cy="2743200"/>
          </a:xfrm>
          <a:prstGeom prst="roundRect">
            <a:avLst>
              <a:gd name="adj" fmla="val 3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0" y="2560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spawnCount is just a variable.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0" y="31089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from 10 to 200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in the code has to change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CT idea today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 err="1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Random.Range</a:t>
            </a: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Your New Best Friend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74920" cy="1371600"/>
          </a:xfrm>
          <a:prstGeom prst="roundRect">
            <a:avLst>
              <a:gd name="adj" fmla="val 466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883664"/>
            <a:ext cx="46725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Random.Range(-8f, 8f)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a decimal, e.g. 3.42, -6.9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074920" cy="1371600"/>
          </a:xfrm>
          <a:prstGeom prst="roundRect">
            <a:avLst>
              <a:gd name="adj" fmla="val 466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3392424"/>
            <a:ext cx="46725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Random.Range(0, 6)</a:t>
            </a:r>
            <a:endParaRPr lang="en-US" sz="15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returns a whole number, 0 to 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0" y="1737360"/>
            <a:ext cx="5806440" cy="2880360"/>
          </a:xfrm>
          <a:prstGeom prst="roundRect">
            <a:avLst>
              <a:gd name="adj" fmla="val 2857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22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 — watch the brackets: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172200" y="24231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version (min, max) — max CAN be picked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version (min, max) — max is EXCLUDED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array-index rolls use int and go 0 to Length (not Length − 1)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these up is the #1 off-by-one bug in a spawner — keep an eye on it as you build.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Arrays: Choosing Between More Than One Thing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holds a list of options under one name. Random.Range can pick which slot in the list to use — so the spawner chooses WHAT to place, not just WHERE.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6675120" cy="2011680"/>
          </a:xfrm>
          <a:prstGeom prst="roundRect">
            <a:avLst>
              <a:gd name="adj" fmla="val 3182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569464"/>
            <a:ext cx="627278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GameObject[] itemTypes; </a:t>
            </a: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in Inspector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GameObject chosen = itemTypes[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Random.Range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itemTypes.Length)];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Instantiate(chosen, spawnPos, Quaternion.identity);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52360" y="2423160"/>
            <a:ext cx="4206240" cy="2011680"/>
          </a:xfrm>
          <a:prstGeom prst="roundRect">
            <a:avLst>
              <a:gd name="adj" fmla="val 4091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0" y="2606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it like a vending machine: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itemTypes is the row of snack slots. Random.Range picks which slot number gets pressed.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 vs. Weighted Probability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outcome is equally likely.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466344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15568" y="2980944"/>
            <a:ext cx="4261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Random.Range(0, 6)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die: 1/6 chance each face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if-checks needed — the range does the work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73736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outcomes are made more or less likely on purpose.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2971800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39128" y="3118104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&lt; 70</a:t>
            </a: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common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0233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common, 25% rare, 5% legendary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loot tables work in real games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Random vs. a Seeded Sequence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your spawner twice, will you get the exact same layout both times?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Random.Range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automatically from the system clock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sequence every single run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replayability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286000"/>
            <a:ext cx="5486400" cy="3566160"/>
          </a:xfrm>
          <a:prstGeom prst="roundRect">
            <a:avLst>
              <a:gd name="adj" fmla="val 2308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with InitState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37960" y="2926080"/>
            <a:ext cx="4754880" cy="1005840"/>
          </a:xfrm>
          <a:prstGeom prst="roundRect">
            <a:avLst>
              <a:gd name="adj" fmla="val 636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39128" y="3072384"/>
            <a:ext cx="4352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Random.InitState(42);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406908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= identical layout, every time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daily puzzle codes, bug reports, tests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Procedural Spawner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for loop that instantiates a prefab at a randomized position inside your level's boundaries.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40487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array of at least two prefab types — a common item and a rare one.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1181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1181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Random.Range(0, itemTypes.Length) to pick which prefab spawns each time.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83133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 — run the scene several times and watch what actually appears.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68172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your Week 3 boundary check so spawns land on the platform, not floating in space or off the edge.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03604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#1 Weighting Bug: Thresholds That Don't Add Up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943600" cy="2651760"/>
          </a:xfrm>
          <a:prstGeom prst="roundRect">
            <a:avLst>
              <a:gd name="adj" fmla="val 241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883664"/>
            <a:ext cx="55412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roll = Random.Range(0, 100);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(roll &lt; 70)       chosen = common;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(roll &lt; 95)  chosen = rare;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chosen = legendary;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20840" y="1737360"/>
            <a:ext cx="4937760" cy="2651760"/>
          </a:xfrm>
          <a:prstGeom prst="roundRect">
            <a:avLst>
              <a:gd name="adj" fmla="val 3103"/>
            </a:avLst>
          </a:prstGeom>
          <a:solidFill>
            <a:srgbClr val="F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0" y="19202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debug — trace it by hand: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40880" y="2377440"/>
            <a:ext cx="4343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roll = 80, which branch fires?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your three percentages add up to 100?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&lt; flipped to a &gt; anywhere?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one specific value by hand catches most threshold logic errors faster than randomly re-running the scene.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Your Spawner Like an Experiment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6400800" cy="3108960"/>
          </a:xfrm>
          <a:prstGeom prst="roundRect">
            <a:avLst>
              <a:gd name="adj" fmla="val 20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203704"/>
            <a:ext cx="599846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commonCount = 0, rareCount = 0, legendaryCount = 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50; i++)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roll = Random.Range(0, 100);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(roll &lt; 70) commonCount++;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(roll &lt; 95) rareCount++;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legendaryCount++;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23760" y="2057400"/>
            <a:ext cx="4434840" cy="3108960"/>
          </a:xfrm>
          <a:prstGeom prst="roundRect">
            <a:avLst>
              <a:gd name="adj" fmla="val 2647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43800" y="2286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43800" y="269748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50 times, tally each tier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count to a percentage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your target (70/25/5)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80944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Legendary Tally Shows 8 Hits Out of 50 (16%). Target Was 5%. What's Going 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7EEF9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642616"/>
            <a:ext cx="402336" cy="402336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514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definitely broken — legendary can never come up more than 5% of the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4F2F3"/>
          </a:solidFill>
          <a:ln w="12700">
            <a:solidFill>
              <a:srgbClr val="1B7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3419856"/>
            <a:ext cx="402336" cy="402336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32918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runs is a small sample; some drift above or below the target is expected from chance alone.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7EEF9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4197096"/>
            <a:ext cx="402336" cy="402336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40690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Random.Range only works correctly the first time it's called.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E7EEF9"/>
          </a:solidFill>
          <a:ln w="12700">
            <a:solidFill>
              <a:srgbClr val="D8E1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4974336"/>
            <a:ext cx="402336" cy="402336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48463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will crash because a percentage exceeded its target.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a partner, then check: what happened when you ran it at 200 instead of 50?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Reflection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2743200"/>
          </a:xfrm>
          <a:prstGeom prst="roundRect">
            <a:avLst>
              <a:gd name="adj" fmla="val 3000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C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3–5 sentences: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 were your observed percentages to your intended probabilities? If there was a gap, is it more likely due to random chance with a small sample, or a mistake in your code? What would you expect if you ran 500 trials instead of 50?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single right answer here — what matters is whether your explanation actually matches your own data.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9164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0B2E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your own words, what is the difference between Unity picking a random number normally, and Unity picking a random number after Random.InitState(42)?”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1205</Words>
  <Application>Microsoft Macintosh PowerPoint</Application>
  <PresentationFormat>Widescreen</PresentationFormat>
  <Paragraphs>150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11</cp:revision>
  <dcterms:created xsi:type="dcterms:W3CDTF">2026-07-17T23:15:27Z</dcterms:created>
  <dcterms:modified xsi:type="dcterms:W3CDTF">2026-07-20T13:53:19Z</dcterms:modified>
</cp:coreProperties>
</file>