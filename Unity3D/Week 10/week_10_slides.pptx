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288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50876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Audio, Particle Effects &amp;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Polish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Plan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short stretches. Most of today is hands in the keyboard, not eyes on a slide.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2679192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vs. Loud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97180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collision, two ways — you decide which one “feels real.”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33672" y="20574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34840" y="2679192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 Sound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34840" y="297180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AudioSource, AudioClip, and the PlayOneShot trick.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18704" y="20574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19872" y="2679192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Particles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19872" y="297180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sliders that control how an effect feels.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730752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BE9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9808" y="435254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Pass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9808" y="464515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sound + particles to 3 of your own events.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33672" y="3730752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34840" y="435254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Playtest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34840" y="464515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seats. Compare “with” vs. “without.”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918704" y="3730752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119872" y="4352544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Share-Out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119872" y="464515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what worked, what was clutter.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vs. Loud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029200" cy="3566160"/>
          </a:xfrm>
          <a:prstGeom prst="roundRect">
            <a:avLst>
              <a:gd name="adj" fmla="val 230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2514600"/>
            <a:ext cx="1005840" cy="1005840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2514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cube touches the wall.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changes color. That's it.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sound. No particles. Blink and you'll miss 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029200" cy="3566160"/>
          </a:xfrm>
          <a:prstGeom prst="roundRect">
            <a:avLst>
              <a:gd name="adj" fmla="val 2308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2514600"/>
            <a:ext cx="1005840" cy="100584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0" y="2514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92240" y="37490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collision.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+ a burst of particles.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5262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mechanic underneath — nothing about the physics changed.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talk: </a:t>
            </a: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did Version B give you that Version A didn't?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98448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is a layer,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new mechanic.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1093662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collectible already increases score. Your hazard already takes health. Nothing about that logic needs to change today — you're adding a sound and a particle burst on top of code that already runs.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Pieces Every Sound Needs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0" cy="3794760"/>
          </a:xfrm>
          <a:prstGeom prst="roundRect">
            <a:avLst>
              <a:gd name="adj" fmla="val 2169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AudioClip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sound file — a coin chime, a hit thud, a UI blip. It doesn't play itself; it just holds the audio data.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5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song on your phone — it exists whether or not anything is playing it right now.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5120640" cy="3794760"/>
          </a:xfrm>
          <a:prstGeom prst="roundRect">
            <a:avLst>
              <a:gd name="adj" fmla="val 2169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AudioSource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 that actually plays a clip. It sits on a GameObject in your scene and does the playing.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46520" y="39776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the phone's speaker — it's the thing that turns “clip” into a sound you can hear.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Play() vs. PlayOneShot()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almost always want PlayOneShot for gameplay events — here's why.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120640" cy="3383280"/>
          </a:xfrm>
          <a:prstGeom prst="roundRect">
            <a:avLst>
              <a:gd name="adj" fmla="val 2432"/>
            </a:avLst>
          </a:prstGeom>
          <a:solidFill>
            <a:srgbClr val="FBE9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54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audioSource.Play()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7A2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off whatever this AudioSource is already playing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7A2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three coins fast, and you hear only the last chime — the first two get interrupted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7A2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music or one-at-a-time sounds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120640" cy="3383280"/>
          </a:xfrm>
          <a:prstGeom prst="roundRect">
            <a:avLst>
              <a:gd name="adj" fmla="val 2432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audioSource.PlayOneShot(clip)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7432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E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 new copy of the sound on top — nothing gets cut off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E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three coins fast, and you hear all three chimes overlap naturally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E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choice for rapid, repeatable gameplay events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Particle Effect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particle system is really just hundreds of tiny objects, each obeying the same four settings.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59052" y="2331720"/>
            <a:ext cx="585216" cy="585216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9052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over Time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particles spawn per second.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4709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= a light sparkle. High = an explosion.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55848" y="20574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66260" y="2331720"/>
            <a:ext cx="585216" cy="585216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66260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38728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Lifetime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38728" y="3703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long, in seconds, one particle survives.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38728" y="4709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= a snap. Long = lingering smoke.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63056" y="20574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73468" y="2331720"/>
            <a:ext cx="585216" cy="585216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73468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45936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Speed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45936" y="3703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particles fly outward at birth.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45936" y="4709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0 = drifts in place. High = scatters hard.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70264" y="20574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BE9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980676" y="2331720"/>
            <a:ext cx="585216" cy="585216"/>
          </a:xfrm>
          <a:prstGeom prst="ellipse">
            <a:avLst/>
          </a:prstGeom>
          <a:solidFill>
            <a:srgbClr val="C25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80676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53144" y="30632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Modifier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53144" y="3703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hard Unity's gravity pulls them down.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53144" y="4709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floats. Positive = falls like debris.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+ CT CONNECTION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Seen This Physics Before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57800" cy="3840480"/>
          </a:xfrm>
          <a:prstGeom prst="roundRect">
            <a:avLst>
              <a:gd name="adj" fmla="val 2143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+ Gravity = Trajectory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Week 4, you gave one Rigidbody a Start Speed and let gravity pull it into a curve. A particle system does the exact same thing — it just does it to hundreds of tiny objects at once, each with its own clock.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new: Lifetime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particle also runs its own countdown. When its lifetime hits zero, it disappears — no collision needed. That's a decay curve, the same idea you'll see later in science class for things like radioactive decay or a bouncing ball losing height.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5577840" cy="3840480"/>
          </a:xfrm>
          <a:prstGeom prst="roundRect">
            <a:avLst>
              <a:gd name="adj" fmla="val 2143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23317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Start Speed to a high value and Gravity Modifier to 0.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particles?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35204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scatter outward fast…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keep flying in a straight line instead of arcing down, since nothing is pulling them toward the ground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Feedback Pattern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lines, dropped into code you already wrote.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675120" cy="4023360"/>
          </a:xfrm>
          <a:prstGeom prst="roundRect">
            <a:avLst>
              <a:gd name="adj" fmla="val 1591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066544"/>
            <a:ext cx="627278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OnTriggerEnter(Collider other)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(!other.CompareTag(</a:t>
            </a:r>
            <a:r>
              <a:rPr lang="en-US" sz="14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"Player"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return;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play the sound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audioSource.PlayOneShot(pickupSound);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fire the particles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pickupBurst.Play();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THEN run your real game logic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GameManager.Instance.AddScore(1);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Destroy(gameObject);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52360" y="1920240"/>
            <a:ext cx="4160520" cy="4023360"/>
          </a:xfrm>
          <a:prstGeom prst="roundRect">
            <a:avLst>
              <a:gd name="adj" fmla="val 2045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2668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26680" y="260604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4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Destroy(gameObject) runs first, the object — and its sound and particles — vanish before they finish. Feedback always fires before the object goes away.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2668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targets today: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26680" y="452628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event — rewarding, brief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hazard event — sudden, unpleasant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change — win, lose, or start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an On/Off Switch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 to compare “with feedback” and “without” during the playtest — build that in now.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589520" cy="4480560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112264"/>
            <a:ext cx="7187184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HazardHit : MonoBehaviour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 feedbackEnabled = true;</a:t>
            </a:r>
            <a:r>
              <a:rPr lang="en-US" sz="13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&lt;— the switch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AudioSource audioSource;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AudioClip hitSound;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ParticleSystem hitBurst;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OnCollisionEnter(Collision collision)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(feedbackEnabled)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audioSource.PlayOneShot(hitSound);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hitBurst.Play();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GameManager.Instance.TakeDamage(1);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366760" y="1965959"/>
            <a:ext cx="3246120" cy="4480559"/>
          </a:xfrm>
          <a:prstGeom prst="roundRect">
            <a:avLst>
              <a:gd name="adj" fmla="val 2535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95360" y="2194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0" y="260604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Untick the box in the Inspector and it's instantly the “before” version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duplicating scripts or scenes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playtest partner can compare both in seconds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39696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Peer Playtest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seats with a partner. Stay quiet during their first playthrough of each event — you want their honest reaction, not a coached 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3337560" cy="1645920"/>
          </a:xfrm>
          <a:prstGeom prst="roundRect">
            <a:avLst>
              <a:gd name="adj" fmla="val 5000"/>
            </a:avLst>
          </a:prstGeom>
          <a:solidFill>
            <a:srgbClr val="0B2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“without” first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1330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Untick the toggle. Trigger the event.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0520" y="2926080"/>
            <a:ext cx="3337560" cy="1645920"/>
          </a:xfrm>
          <a:prstGeom prst="roundRect">
            <a:avLst>
              <a:gd name="adj" fmla="val 5000"/>
            </a:avLst>
          </a:prstGeom>
          <a:solidFill>
            <a:srgbClr val="0B2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89120" y="3154680"/>
            <a:ext cx="502920" cy="50292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3794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“with” second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0" y="41330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Re-tick it. Trigger the same event again.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926080"/>
            <a:ext cx="3337560" cy="1645920"/>
          </a:xfrm>
          <a:prstGeom prst="roundRect">
            <a:avLst>
              <a:gd name="adj" fmla="val 5000"/>
            </a:avLst>
          </a:prstGeom>
          <a:solidFill>
            <a:srgbClr val="0B2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01000" y="3154680"/>
            <a:ext cx="502920" cy="50292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010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001000" y="3794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 questions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01000" y="41330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survey, for each of the 3 events.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0B2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010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 — ask for each event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notice the event happened — in both versions?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made it easier to understand what happened, and why (one sentence)?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 effect feel like too much — distracting rather than helpful?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98448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Refinement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computational thinking concept — you'll use this exact loop again next week for debugging.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77340" y="2377440"/>
            <a:ext cx="548640" cy="54864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773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a goal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a player instantly tell what just happened?”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34747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55848" y="210312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4548" y="2377440"/>
            <a:ext cx="548640" cy="54864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454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38728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one parameter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38728" y="37947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Rate, or only Lifetime — not both at once.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16168" y="34747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63056" y="210312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91756" y="2377440"/>
            <a:ext cx="548640" cy="54864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9175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45936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45936" y="37947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it again. Did it get closer to the goal, or further?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23376" y="34747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970264" y="210312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BE9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998964" y="2377440"/>
            <a:ext cx="548640" cy="548640"/>
          </a:xfrm>
          <a:prstGeom prst="ellipse">
            <a:avLst/>
          </a:prstGeom>
          <a:solidFill>
            <a:srgbClr val="C25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9896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53144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— don't rebuild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153144" y="37947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tuning the same system, never starting over.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5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instinct debugging takes — just practiced on something you can see and hear immediately.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80944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Build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9280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a coin-pickup sound to layer instead of cutting off the last one. Which method?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PlayOneShot()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89280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an effect to feel like a quick snap, not lingering smoke. Which parameter do you lower?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537960" y="297180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Lifetime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04164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particles float instead of falling. Which parameter is at zero?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51206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Gravity Modifier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38404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BE9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404164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feedback vanished along with the object. What ran too early?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537960" y="5120640"/>
            <a:ext cx="4709160" cy="384048"/>
          </a:xfrm>
          <a:prstGeom prst="roundRect">
            <a:avLst>
              <a:gd name="adj" fmla="val 14286"/>
            </a:avLst>
          </a:prstGeom>
          <a:solidFill>
            <a:srgbClr val="C25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37960" y="512064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Destroy(gameObject)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one-paragraph summary using your actual survey results — not what you expected them to say.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267712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your 3 events, did your partner notice more — or understand faster — with feedback added? Use their actual answers.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3721608"/>
            <a:ext cx="548640" cy="54864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593592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 single effect get flagged as “too much” or distracting? What specifically made it feel that way?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5047488"/>
            <a:ext cx="548640" cy="54864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047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919472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parameter (Rate, Lifetime, Start Speed, or Gravity Modifier) you'd still adjust if you had ten more minutes — and why.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1411</Words>
  <Application>Microsoft Macintosh PowerPoint</Application>
  <PresentationFormat>Widescreen</PresentationFormat>
  <Paragraphs>198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3</cp:revision>
  <dcterms:created xsi:type="dcterms:W3CDTF">2026-07-17T23:43:17Z</dcterms:created>
  <dcterms:modified xsi:type="dcterms:W3CDTF">2026-07-20T14:20:28Z</dcterms:modified>
</cp:coreProperties>
</file>