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610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822960" y="19659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Design &amp;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Storytelling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You Will…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8562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286000" y="17830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out a playable level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286000" y="225856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primitives, ProBuilder, or terrain tools — rough shapes first, polish later.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41071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2286000" y="33375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story without a single word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2286000" y="381304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object placement, and scale will do the talking.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496519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2286000" y="489204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rhythm for your level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286000" y="5367528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tension and release so the space has a pulse, not a flat hum.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85800" y="44348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TEXT. NO DIALOGUE.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F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ROOM.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63440" y="777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Room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663440" y="1508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four screenshots — no captions. For each one, you have 60 seconds to answer, in writing: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2240280"/>
            <a:ext cx="685800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0" y="2423160"/>
            <a:ext cx="320040" cy="320040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4632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349240" y="2331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lived or worked here?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663440" y="3108960"/>
            <a:ext cx="685800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846320" y="3291840"/>
            <a:ext cx="320040" cy="320040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84632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349240" y="32004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right before this moment?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663440" y="3977640"/>
            <a:ext cx="6858000" cy="685800"/>
          </a:xfrm>
          <a:prstGeom prst="roundRect">
            <a:avLst>
              <a:gd name="adj" fmla="val 1066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846320" y="4160520"/>
            <a:ext cx="320040" cy="320040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8463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349240" y="40690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 supposed to do next?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663440" y="4983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answers — you'll compare them to the real story later.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Idea: Environmental Storytelling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4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1508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a story through the placement of objects, lighting, and space — instead of dialogue or text.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don't get a narrator. A room has to do the talking. Three classic moves: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7724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Locked Door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77240" y="4709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marks around the handle. Someone tried to get out — or in — and didn't.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51960" y="320040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48056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Working Light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480560" y="4709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of broken bulbs and a single working one tells you exactly where to look.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955280" y="3200400"/>
            <a:ext cx="3474720" cy="2834640"/>
          </a:xfrm>
          <a:prstGeom prst="roundRect">
            <a:avLst>
              <a:gd name="adj" fmla="val 3226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8183880" y="42519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Overturned Chair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183880" y="4709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arranges furniture that way on purpose. Something happened here, fast.</a:t>
            </a:r>
            <a:endParaRPr lang="en-US" sz="1250" dirty="0"/>
          </a:p>
        </p:txBody>
      </p:sp>
      <p:pic>
        <p:nvPicPr>
          <p:cNvPr id="25" name="Picture 24" descr="Locked Doors — True North Ministries">
            <a:extLst>
              <a:ext uri="{FF2B5EF4-FFF2-40B4-BE49-F238E27FC236}">
                <a16:creationId xmlns:a16="http://schemas.microsoft.com/office/drawing/2014/main" id="{C2EBCBC3-2D24-0988-972F-9AFB1A6BF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069" y="3325753"/>
            <a:ext cx="745861" cy="880487"/>
          </a:xfrm>
          <a:prstGeom prst="rect">
            <a:avLst/>
          </a:prstGeom>
        </p:spPr>
      </p:pic>
      <p:pic>
        <p:nvPicPr>
          <p:cNvPr id="26" name="Picture 25" descr="Vintage Minimalist Industrial Bare Bulb Light Sockets - Pendant Lamp, Cloth  Cord - Etsy">
            <a:extLst>
              <a:ext uri="{FF2B5EF4-FFF2-40B4-BE49-F238E27FC236}">
                <a16:creationId xmlns:a16="http://schemas.microsoft.com/office/drawing/2014/main" id="{D56A24DF-C5CF-C0C1-0908-F5EC4A3507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13"/>
          <a:stretch>
            <a:fillRect/>
          </a:stretch>
        </p:blipFill>
        <p:spPr>
          <a:xfrm>
            <a:off x="5662109" y="3348878"/>
            <a:ext cx="745861" cy="834236"/>
          </a:xfrm>
          <a:prstGeom prst="rect">
            <a:avLst/>
          </a:prstGeom>
        </p:spPr>
      </p:pic>
      <p:pic>
        <p:nvPicPr>
          <p:cNvPr id="27" name="Picture 26" descr="1,200+ Overturned Chair Stock Photos, Pictures &amp; Royalty-Free Images -  iStock">
            <a:extLst>
              <a:ext uri="{FF2B5EF4-FFF2-40B4-BE49-F238E27FC236}">
                <a16:creationId xmlns:a16="http://schemas.microsoft.com/office/drawing/2014/main" id="{57F2511D-E4DA-B5C5-E55C-B026F8556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6829" y="3353740"/>
            <a:ext cx="1253318" cy="83268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Words You'll Use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296" cy="2331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Blockout / Greybox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16712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rough, untextured version of a level made from simple shapes — built to test layout, not to look pretty.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82296" cy="2331720"/>
          </a:xfrm>
          <a:prstGeom prst="rect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6733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0" y="216712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“walkable surface” Unity calculates from your geometry. If it has gaps, characters get stuck or fall through.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1508760"/>
            <a:ext cx="82296" cy="2331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21040" y="16733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Falloff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21040" y="216712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gets weaker the farther it travels from its source — a physical fact you can use to shape mood.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2296" cy="2331720"/>
          </a:xfrm>
          <a:prstGeom prst="rect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187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Line-of-Sight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2960" y="468172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player standing in one spot, facing one direction, can actually see. Walls and angles control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40233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4023360"/>
            <a:ext cx="82296" cy="233172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4187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72000" y="468172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designed rhythm of a level — tight and tense, then open and calm, on purpose.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02336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0" y="4023360"/>
            <a:ext cx="82296" cy="2331720"/>
          </a:xfrm>
          <a:prstGeom prst="rect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21040" y="418795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21040" y="4681728"/>
            <a:ext cx="31546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placed object (crate, chair, lamp) doing double duty as both scenery and story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Blockout Tool Belt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tool that matches the shape you need — all three can live in the same scene.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474720" cy="36576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Primitives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Cubes, planes, spheres scaled by hand.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Fastest. Great for a first-pass wall, floor, or platform.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51960" y="1691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51960" y="2743200"/>
            <a:ext cx="3474720" cy="365760"/>
          </a:xfrm>
          <a:prstGeom prst="rect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25196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ProBuilder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526280" y="3246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editable room shapes.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26280" y="38862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doorways, angled walls, and non-rectangular rooms.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955280" y="169164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955280" y="169164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14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955280" y="2743200"/>
            <a:ext cx="3474720" cy="365760"/>
          </a:xfrm>
          <a:prstGeom prst="rect">
            <a:avLst/>
          </a:prstGeom>
          <a:solidFill>
            <a:srgbClr val="14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95528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Terrain Tools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229600" y="3246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Sculpted ground meshes.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29600" y="38862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outdoor scenes or uneven, natural-feeling ground.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457200"/>
            <a:ext cx="8732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 of a Lamp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intensity drops off with distance from its source — a real physical phenomenon you control with three sliders.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828800"/>
            <a:ext cx="4754880" cy="4754880"/>
          </a:xfrm>
          <a:prstGeom prst="ellipse">
            <a:avLst/>
          </a:prstGeom>
          <a:solidFill>
            <a:srgbClr val="E8A33D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63040" y="2377440"/>
            <a:ext cx="3657600" cy="3657600"/>
          </a:xfrm>
          <a:prstGeom prst="ellipse">
            <a:avLst/>
          </a:prstGeom>
          <a:solidFill>
            <a:srgbClr val="E8A33D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011680" y="2926080"/>
            <a:ext cx="2560320" cy="2560320"/>
          </a:xfrm>
          <a:prstGeom prst="ellipse">
            <a:avLst/>
          </a:prstGeom>
          <a:solidFill>
            <a:srgbClr val="E8A3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606040" y="3520440"/>
            <a:ext cx="1371600" cy="1371600"/>
          </a:xfrm>
          <a:prstGeom prst="ellipse">
            <a:avLst/>
          </a:prstGeom>
          <a:solidFill>
            <a:srgbClr val="E8A33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icons/white_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400507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7744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close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368397" y="199559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dim, far away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92240" y="214884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21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766560" y="2258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76656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the falloff reaches before light disappears entirely.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92240" y="33832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21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766560" y="3493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766560" y="38587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bright the center of the light is.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92240" y="46177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21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766560" y="4727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6766560" y="50932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= safety, comfort. Cool = danger, the unknown.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Line-of-Sight Is a Design Tool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player can see — from exactly where they're standing — is decided by your geometry, not luck.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10332720" cy="4114800"/>
          </a:xfrm>
          <a:prstGeom prst="rect">
            <a:avLst/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120640" y="1920240"/>
            <a:ext cx="365760" cy="2377440"/>
          </a:xfrm>
          <a:prstGeom prst="rect">
            <a:avLst/>
          </a:prstGeom>
          <a:solidFill>
            <a:srgbClr val="1F2A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98348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63040" y="5212080"/>
            <a:ext cx="292608" cy="292608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43000" y="5532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609344" y="5358384"/>
            <a:ext cx="3566160" cy="0"/>
          </a:xfrm>
          <a:prstGeom prst="line">
            <a:avLst/>
          </a:prstGeom>
          <a:noFill/>
          <a:ln w="15875">
            <a:solidFill>
              <a:srgbClr val="3E7C9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609344" y="5358384"/>
            <a:ext cx="8138160" cy="0"/>
          </a:xfrm>
          <a:prstGeom prst="line">
            <a:avLst/>
          </a:prstGeom>
          <a:noFill/>
          <a:ln w="15875">
            <a:solidFill>
              <a:srgbClr val="3E7C9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95360" y="2286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until you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the corner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2960" y="61722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sightlines create suspense. Opened sightlines create relief or a reveal — you choose which, room by room.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s/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57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Rhythm: Tension &amp; Release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level isn't flat. It rises, spikes, and drops — on purpose.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005840" y="3044952"/>
            <a:ext cx="2816352" cy="1056132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22192" y="4101084"/>
            <a:ext cx="2212848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035040" y="3497580"/>
            <a:ext cx="1810512" cy="1810512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845552" y="5308092"/>
            <a:ext cx="1810512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656064" y="4101084"/>
            <a:ext cx="1408176" cy="603504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05840" y="5760720"/>
            <a:ext cx="1005840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152144" y="4846320"/>
            <a:ext cx="109728" cy="109728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4048" y="5897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 entrance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4048" y="6199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start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74336" y="4846320"/>
            <a:ext cx="109728" cy="109728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06240" y="5897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narrows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06240" y="6199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climbs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90688" y="4846320"/>
            <a:ext cx="109728" cy="109728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022592" y="5897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022592" y="6199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tension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0506456" y="4846320"/>
            <a:ext cx="109728" cy="109728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738360" y="5897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 opens up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738360" y="61996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 rot="16200000">
            <a:off x="137160" y="2651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1691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2960" y="16916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decide which of your two rooms is the tension room, and which is the release — then build both differently on purpose.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Is a Constrained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layout choice has to satisfy a story goal AND a technical rule, at the same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2377440"/>
            <a:ext cx="3474720" cy="3474720"/>
          </a:xfrm>
          <a:prstGeom prst="ellipse">
            <a:avLst/>
          </a:prstGeom>
          <a:solidFill>
            <a:srgbClr val="3E7C9B">
              <a:alpha val="65000"/>
            </a:srgbClr>
          </a:solidFill>
          <a:ln w="19050">
            <a:solidFill>
              <a:srgbClr val="3E7C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0" y="2377440"/>
            <a:ext cx="3474720" cy="3474720"/>
          </a:xfrm>
          <a:prstGeom prst="ellipse">
            <a:avLst/>
          </a:prstGeom>
          <a:solidFill>
            <a:srgbClr val="E8A33D">
              <a:alpha val="65000"/>
            </a:srgbClr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94560" y="3611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3611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373075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your build must satisfy today: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292869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 has no gaps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347733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Colliders cover every surface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40259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3840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 stays smooth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45746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Sightlines work as intended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3240" y="457200"/>
            <a:ext cx="10116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Mission: Two Rooms, One Story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first: sketch before you build. A pencil is faster than the Editor for changing your mind.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3291840" cy="2602519"/>
          </a:xfrm>
          <a:prstGeom prst="roundRect">
            <a:avLst>
              <a:gd name="adj" fmla="val 1935"/>
            </a:avLst>
          </a:prstGeom>
          <a:solidFill>
            <a:srgbClr val="F3F5F7"/>
          </a:solidFill>
          <a:ln w="25400">
            <a:solidFill>
              <a:srgbClr val="3E7C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0" y="3017520"/>
            <a:ext cx="64008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5C6B7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754880" y="1828800"/>
            <a:ext cx="3291840" cy="2602517"/>
          </a:xfrm>
          <a:prstGeom prst="roundRect">
            <a:avLst>
              <a:gd name="adj" fmla="val 1935"/>
            </a:avLst>
          </a:prstGeom>
          <a:solidFill>
            <a:srgbClr val="F3F5F7"/>
          </a:solidFill>
          <a:ln w="254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5488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97764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doorway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51560" y="4892040"/>
            <a:ext cx="676656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51560" y="459028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where are we?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051560" y="5276088"/>
            <a:ext cx="676656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51560" y="497433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Conflict: what went wrong?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51560" y="5660136"/>
            <a:ext cx="676656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51560" y="535838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what should the player do?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51560" y="6044184"/>
            <a:ext cx="676656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51560" y="574243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room is tension — which is release?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321040" y="182880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14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595360" y="2057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open Unity, answer: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595360" y="26060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someone saw Room A for 5 seconds with no text, what ONE prop or light would tell them what happened here?”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595360" y="429768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that answer down. It's your build target for the next 35 minutes.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Studio: Your 5-Step Workflow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these in order — each step depends on the one before it.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378440" cy="777240"/>
          </a:xfrm>
          <a:prstGeom prst="roundRect">
            <a:avLst>
              <a:gd name="adj" fmla="val 7059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63040" y="16459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out your two rooms to match your paper sketch's proportions — narrow reads as tight, open reads as calm.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234440" y="2560320"/>
            <a:ext cx="10378440" cy="777240"/>
          </a:xfrm>
          <a:prstGeom prst="roundRect">
            <a:avLst>
              <a:gd name="adj" fmla="val 7059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463040" y="25603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lights: one directional light for overall mood, plus point lights for local pools of light and dark.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34440" y="3474720"/>
            <a:ext cx="10378440" cy="777240"/>
          </a:xfrm>
          <a:prstGeom prst="roundRect">
            <a:avLst>
              <a:gd name="adj" fmla="val 7059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463040" y="34747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3–6 props from the shared pack. Position each one as evidence, not decoration.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234440" y="4389120"/>
            <a:ext cx="10378440" cy="777240"/>
          </a:xfrm>
          <a:prstGeom prst="roundRect">
            <a:avLst>
              <a:gd name="adj" fmla="val 7059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463040" y="43891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the NavMesh (Window &gt; AI &gt; Navigation) and walk your level in Play mode — does the path actually work?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234440" y="5303520"/>
            <a:ext cx="10378440" cy="777240"/>
          </a:xfrm>
          <a:prstGeom prst="roundRect">
            <a:avLst>
              <a:gd name="adj" fmla="val 7059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463040" y="53035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colliders on every walkable surface and obstacle. No invisible walls, no falling through the floor.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823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Lighting Recipe to Start From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rule — a starting point. Adjust once you see it in Play mode.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21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94960" cy="822960"/>
          </a:xfrm>
          <a:prstGeom prst="rect">
            <a:avLst/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A — Tension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light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Dim, short Range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tone (blue/teal)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7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dark, a few visible pools of light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7220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21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72200" y="1828800"/>
            <a:ext cx="5394960" cy="82296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72200" y="18288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B — Release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92240" y="2880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9224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light + a warm point light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92240" y="3886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tone (amber/gold)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9224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7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evenly lit, easy to read at a glance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Tips — and Traps to Dodge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2296" cy="21488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evidence, not decoration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place something, ask: “what does this prove happened here?” not “does this look cool?”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82296" cy="21488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it before you trust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level can look finished in the Scene view and still have NavMesh gaps at doorways. Always test in Play mode.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82296" cy="21488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Darkness is a tool, not a mistake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light every corner. Unlit space builds tension on purpose.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3886200"/>
            <a:ext cx="82296" cy="21488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4069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Scale-check your doorways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4617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your character actually fit through it? A table taller than your character breaks the illusion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Playtest: Trade Seats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make this work: the designer stays silent, and the playtester writes before they talk.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3E7C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PLAYTESTING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Walk the level in Play mode — no explanation from the designer first.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Fill out your slip as you go, before discussing anything out loud.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Answer honestly: what did the room actually tell you?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0" y="178308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F3F5F7"/>
          </a:solidFill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17920" y="1965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OBSERVATION SLIP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1792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here?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17920" y="2971800"/>
            <a:ext cx="51206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17920" y="3246120"/>
            <a:ext cx="51206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3520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lived or worked here?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17920" y="4023360"/>
            <a:ext cx="51206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0" y="4297680"/>
            <a:ext cx="51206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1792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think you're supposed to do?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217920" y="5074920"/>
            <a:ext cx="51206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217920" y="5349240"/>
            <a:ext cx="5120640" cy="0"/>
          </a:xfrm>
          <a:prstGeom prst="line">
            <a:avLst/>
          </a:prstGeom>
          <a:noFill/>
          <a:ln w="12700">
            <a:solidFill>
              <a:srgbClr val="DDE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the designer: watch quietly, and hold your questions until after the slip is filled out.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8"/>
          <p:cNvSpPr/>
          <p:nvPr/>
        </p:nvSpPr>
        <p:spPr>
          <a:xfrm>
            <a:off x="822960" y="73152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Debrief &amp; Exit Ticket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822960" y="1600200"/>
            <a:ext cx="10515600" cy="1737360"/>
          </a:xfrm>
          <a:prstGeom prst="roundRect">
            <a:avLst>
              <a:gd name="adj" fmla="val 5263"/>
            </a:avLst>
          </a:prstGeom>
          <a:solidFill>
            <a:srgbClr val="212C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43000" y="1783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playtester's slip to your original storyboard, then write 3–5 sentences: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224028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part of your intended story came through? What part didn't — and what specific light, prop, or layout choice do you think caused the gap?”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1327</Words>
  <Application>Microsoft Macintosh PowerPoint</Application>
  <PresentationFormat>Widescreen</PresentationFormat>
  <Paragraphs>179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7</cp:revision>
  <dcterms:created xsi:type="dcterms:W3CDTF">2026-07-17T23:30:56Z</dcterms:created>
  <dcterms:modified xsi:type="dcterms:W3CDTF">2026-07-20T14:09:31Z</dcterms:modified>
</cp:coreProperties>
</file>