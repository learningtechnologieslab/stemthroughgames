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1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1005840"/>
            <a:ext cx="3108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0B2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 &amp; Player Movement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FD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× Speed × Time = Motion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Arrow Wins?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two arrows below. Both start at the same dot.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583680" cy="3291840"/>
          </a:xfrm>
          <a:prstGeom prst="roundRect">
            <a:avLst>
              <a:gd name="adj" fmla="val 2778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17320" y="4160520"/>
            <a:ext cx="128016" cy="128016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1481328" y="2926080"/>
            <a:ext cx="1170432" cy="1280160"/>
          </a:xfrm>
          <a:prstGeom prst="line">
            <a:avLst/>
          </a:prstGeom>
          <a:noFill/>
          <a:ln w="50800">
            <a:solidFill>
              <a:srgbClr val="003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flipV="1">
            <a:off x="1481328" y="3703320"/>
            <a:ext cx="4828032" cy="502920"/>
          </a:xfrm>
          <a:prstGeom prst="line">
            <a:avLst/>
          </a:prstGeom>
          <a:noFill/>
          <a:ln w="50800">
            <a:solidFill>
              <a:srgbClr val="D2AA4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06640" y="210312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a partner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arrow travels farther from the dot?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096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arrow points more “up” and which points more “sideways”?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0" y="4572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two arrows point the exact same way, but travel different distances?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6875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has two properties: how long it is, and which way it points. That's a vector — and today, it's how your character learns to move.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Vector = Magnitude + Direction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is a fancy word for length — how far, or how fast. Direction is which way. Put them together and you get a vector: everything Unity needs to move something.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303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4572000"/>
            <a:ext cx="128016" cy="128016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1252728" y="3063240"/>
            <a:ext cx="3867912" cy="1554480"/>
          </a:xfrm>
          <a:prstGeom prst="line">
            <a:avLst/>
          </a:prstGeom>
          <a:noFill/>
          <a:ln w="6350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 rot="-1500000">
            <a:off x="1737360" y="3429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(length)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Unity, a vector is written as Vector3(x, y, z):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Vector3(1, 0, 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239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step to the right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Vector3(0, 0, -1)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23960" y="3767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step backward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334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Vector3(1, 0, 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right AND one step forward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mostly leave y = 0 today — that keeps movement flat on the ground.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a Vector: Same Direction, Bigger Number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is just a single plain number — no direction of its own. Multiply a vector by a scalar and you </a:t>
            </a: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or shrink it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direction never changes.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118872" cy="118872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52728" y="4206240"/>
            <a:ext cx="1124712" cy="0"/>
          </a:xfrm>
          <a:prstGeom prst="line">
            <a:avLst/>
          </a:prstGeom>
          <a:noFill/>
          <a:ln w="50800">
            <a:solidFill>
              <a:srgbClr val="00359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Vector3(1, 0, 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3794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749040" y="4160520"/>
            <a:ext cx="118872" cy="118872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13048" y="4206240"/>
            <a:ext cx="3776472" cy="0"/>
          </a:xfrm>
          <a:prstGeom prst="line">
            <a:avLst/>
          </a:prstGeom>
          <a:noFill/>
          <a:ln w="63500">
            <a:solidFill>
              <a:srgbClr val="1B7F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Vector3(5, 0, 0)  —  five times as long, exact same direction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28803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 today: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× speed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scalar — a bigger speed number makes the same direction vector longer, which means more distance covered.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Key Press Into a Number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Unity's </a:t>
            </a:r>
            <a:r>
              <a:rPr lang="en-US" sz="15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Input.GetAxis()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the keyboard (or a controller) and hands back a number between -1 and 1 — not just “on” or “off.”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8720" y="3291840"/>
            <a:ext cx="9692640" cy="0"/>
          </a:xfrm>
          <a:prstGeom prst="line">
            <a:avLst/>
          </a:prstGeom>
          <a:noFill/>
          <a:ln w="31750">
            <a:solidFill>
              <a:srgbClr val="041E4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3154680"/>
            <a:ext cx="0" cy="274320"/>
          </a:xfrm>
          <a:prstGeom prst="line">
            <a:avLst/>
          </a:prstGeom>
          <a:noFill/>
          <a:ln w="254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154680"/>
            <a:ext cx="0" cy="274320"/>
          </a:xfrm>
          <a:prstGeom prst="line">
            <a:avLst/>
          </a:prstGeom>
          <a:noFill/>
          <a:ln w="254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held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881360" y="3154680"/>
            <a:ext cx="0" cy="274320"/>
          </a:xfrm>
          <a:prstGeom prst="line">
            <a:avLst/>
          </a:prstGeom>
          <a:noFill/>
          <a:ln w="25400">
            <a:solidFill>
              <a:srgbClr val="041E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61320" y="2514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/ 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horizontal and vertical input: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Input.GetAxis(</a:t>
            </a: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"Horizontal"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-1 to 1, A/D or Left/Right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Input.GetAxis(</a:t>
            </a: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"Vertical"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-1 to 1, S/W or Down/Up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Formula That Moves You Anywhere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0B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</a:t>
            </a:r>
            <a:r>
              <a:rPr lang="en-US" sz="2600" dirty="0">
                <a:solidFill>
                  <a:srgbClr val="9FD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   </a:t>
            </a:r>
            <a:r>
              <a:rPr lang="en-US" sz="2600" b="1" dirty="0">
                <a:solidFill>
                  <a:srgbClr val="D2A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r>
              <a:rPr lang="en-US" sz="2600" dirty="0">
                <a:solidFill>
                  <a:srgbClr val="9FD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×   </a:t>
            </a:r>
            <a:r>
              <a:rPr lang="en-US" sz="2600" b="1" dirty="0">
                <a:solidFill>
                  <a:srgbClr val="E86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deltaTime</a:t>
            </a:r>
            <a:r>
              <a:rPr lang="en-US" sz="2600" dirty="0">
                <a:solidFill>
                  <a:srgbClr val="9FD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this frame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B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3566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— built from the input you just read (h, 0, v)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33832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B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3566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A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5152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you choose — the scalar that stretches the direction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338328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0B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38744" y="3566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deltaTime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8744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slice of real time since last frame — keeps motion fair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there is no “if moving up, do this... if moving left, do that.” One formula. Every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Full PlayerMovement.cs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858000" cy="4709160"/>
          </a:xfrm>
          <a:prstGeom prst="roundRect">
            <a:avLst>
              <a:gd name="adj" fmla="val 116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6492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PlayerMovement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MonoBehaviour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float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= </a:t>
            </a:r>
            <a:r>
              <a:rPr lang="en-US" sz="14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5f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Input.GetAxis(</a:t>
            </a: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"Horizontal"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Input.GetAxis(</a:t>
            </a: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"Vertical"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= </a:t>
            </a:r>
            <a:r>
              <a:rPr lang="en-US" sz="14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Vector3(h, 0f, v);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 = direction * speed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* Time.deltaTime;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transform.Translate(movement);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35240" y="1645920"/>
            <a:ext cx="292608" cy="292608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52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2AA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 you can tune it live in the Inspector while the game runs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2788920"/>
            <a:ext cx="292608" cy="292608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9244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7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straight from the input — already points the right way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635240" y="3931920"/>
            <a:ext cx="292608" cy="292608"/>
          </a:xfrm>
          <a:prstGeom prst="ellipse">
            <a:avLst/>
          </a:prstGeom>
          <a:solidFill>
            <a:srgbClr val="E86A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244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6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from the last slide, calculated fresh every frame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5074920"/>
            <a:ext cx="292608" cy="292608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2440" y="4983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transform.Translate()  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Unity command that actually moves the object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Pattern, Not Four Copies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tempting to write a separate rule for every direction. Watch what happens when you do — and why the vector formula is the better move.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Four separate rules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(Input.GetKey(KeyCode.W))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transform.Translate(0,0,1*speed*Time.deltaTime);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(Input.GetKey(KeyCode.S))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transform.Translate(0,0,-1*speed*Time.deltaTime);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(Input.GetKey(KeyCode.A))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transform.Translate(-1*speed*Time.deltaTime,0,0);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(Input.GetKey(KeyCode.D))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transform.Translate(1*speed*Time.deltaTime,0,0);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blocks. No diagonals. Every new control scheme means more copy-pasting.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2286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vector formula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 = Input.GetAxis("Horizontal");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v = Input.GetAxis("Vertical");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direction = new Vector3(h, 0f, v);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movement = direction * speed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* Time.deltaTime;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transform.Translate(movement);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5806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block. Diagonals work automatically. This is pattern recognition: spotting that four cases are really one case.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Multiply by deltaTime?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computers run your game at different speeds. Without deltaTime, that changes how fast your character moves — even though you never touched the speed number.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 — 30 frames per second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moves × 0.1 units  =  3 units per second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B — 60 frames per second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moves × 0.1 units  =  6 units per second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Time.deltaTime, Computer B's player is twice as fast — same code, same speed variable, different result.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deltaTime: movement = direction × speed × (real seconds since last frame). Both computers now cover the same distance in the same real second — motion becomes frame-rate independent.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Controller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diorama scene  —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you've been building since Week 1, with your protagonist object.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PlayerMovement.cs  —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script and drag it onto your protagonist, just like you attached components before.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5204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Update() method yourself  —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input, build direction, multiply by speed and deltaTime, then Translate — don't copy-paste.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480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speed in the Inspector  —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public, then drag the slider while the game is running in Play mode.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6875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four directions using the SAME script. If it moves right, up, left, and down without four separate blocks, you've got it.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Your Player On the Platform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now, your character can walk right off the edge of the diorama. An </a:t>
            </a:r>
            <a:r>
              <a:rPr lang="en-US" sz="1500" b="1" dirty="0">
                <a:solidFill>
                  <a:srgbClr val="003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statement</a:t>
            </a: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rule the computer checks every frame: “if you're about to go too far, stop right at the edge.”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77440" y="3063240"/>
            <a:ext cx="7406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1B7F8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3291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F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 zone: -10 ≤ x ≤ 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3063240"/>
            <a:ext cx="54864" cy="1005840"/>
          </a:xfrm>
          <a:prstGeom prst="rect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29216" y="3063240"/>
            <a:ext cx="54864" cy="1005840"/>
          </a:xfrm>
          <a:prstGeom prst="rect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-10 (wall)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10 (wall)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plan, in plain English:  </a:t>
            </a: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Let the object move normally with the vector formula.  2) Check the new position.  3) If it went past a wall, snap it back to the wall.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the Boundary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98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transform.Translate(movement);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Boundary check: clamp x between -10 and 10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Vector3 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= transform.position;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(pos.x &gt; 10f)  pos.x = 10f;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(pos.x &lt; -10f) pos.x = -10f;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 = pos;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800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position AFTER Translate()?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2852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let the move happen, then correct the position if it went too far — rather than trying to predict and block the move before it happens. Simpler logic, same result.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shortcut:  </a:t>
            </a:r>
            <a:r>
              <a:rPr lang="en-US" sz="1250" b="1" dirty="0">
                <a:solidFill>
                  <a:srgbClr val="041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pos.x = Mathf.Clamp(pos.x, -10f, 10f);</a:t>
            </a: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does exactly the same thing as both if statements.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It!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PlayerMovement.cs currently has this line: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movement = direction * speed * Time.deltaTime;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delete “* Time.deltaTime” and run the game on a computer that's much faster than yours. What happens?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813048"/>
            <a:ext cx="365760" cy="365760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— speed is still speed.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365760" cy="365760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165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 moves slower than before.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29784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5239512"/>
            <a:ext cx="365760" cy="365760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512978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 moves faster — possibly flying off the platform.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843016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5952744"/>
            <a:ext cx="365760" cy="365760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5952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5843016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won't compile.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3969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Playtest + Code Detective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Playtest Your Own Build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responds instantly — no lag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movement isn't faster than straight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feels the same at different frame rates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stops cleanly at both walls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anything unchecked before moving 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164592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Swap Seats &amp; Be a Code Detective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partner's PlayerMovement.cs — don't just play their game.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329184" cy="329184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26974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where a vector gets multiplied by a scalar.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364992"/>
            <a:ext cx="329184" cy="329184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3192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that exact line onto a sticky note.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3986784"/>
            <a:ext cx="329184" cy="329184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9410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sentence: what does this line actually do?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608576"/>
            <a:ext cx="329184" cy="329184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4608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45628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note on their laptop for them to read.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five minutes. Answer both prompts in your notebook or on the exit slip.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3774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write the movement formula (direction, speed, deltaTime). Then, next to it, label which part of YOUR code represents each piece.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411480" cy="41148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434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if you deleted “* Time.deltaTime” from your movement line, what would change when the game ran on a much faster computer than yours?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in Five Ideas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magnitude (length) and a direction — that's all Unity needs to describe motion.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4597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plain number that stretches or shrinks a vector without changing its direction.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009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Input.GetAxis()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held key into a smooth number between -1 and 1.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14223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× speed × deltaTime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formula that moves your object in every direction — no if-chains needed.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statement  </a:t>
            </a: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your character inside a boundary by correcting its position each frame.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1806</Words>
  <Application>Microsoft Macintosh PowerPoint</Application>
  <PresentationFormat>Widescreen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2</cp:revision>
  <dcterms:created xsi:type="dcterms:W3CDTF">2026-07-17T20:36:12Z</dcterms:created>
  <dcterms:modified xsi:type="dcterms:W3CDTF">2026-07-18T01:50:17Z</dcterms:modified>
</cp:coreProperties>
</file>