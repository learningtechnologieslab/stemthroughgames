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41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</a:t>
            </a:r>
            <a:endParaRPr lang="en-US" sz="5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Novel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TODAY'S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Doing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60934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60934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1709928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28800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4688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" y="292608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Skeletons activity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2697480"/>
            <a:ext cx="109728" cy="1097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148840" y="1234440"/>
            <a:ext cx="160934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148840" y="1234440"/>
            <a:ext cx="1609344" cy="34747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633472" y="1709928"/>
            <a:ext cx="640080" cy="64008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344" y="182880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40280" y="24688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258568" y="292608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storyboard?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697480"/>
            <a:ext cx="109728" cy="10972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886200" y="1234440"/>
            <a:ext cx="160934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3886200" y="1234440"/>
            <a:ext cx="1609344" cy="347472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370832" y="1709928"/>
            <a:ext cx="640080" cy="640080"/>
          </a:xfrm>
          <a:prstGeom prst="ellipse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704" y="1828800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77640" y="24688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3995928" y="292608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visual novel plan</a:t>
            </a:r>
            <a:endParaRPr lang="en-US" sz="11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2697480"/>
            <a:ext cx="109728" cy="10972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623560" y="1234440"/>
            <a:ext cx="160934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5623560" y="1234440"/>
            <a:ext cx="1609344" cy="34747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6108192" y="1709928"/>
            <a:ext cx="640080" cy="64008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064" y="1828800"/>
            <a:ext cx="402336" cy="40233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715000" y="24688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5733288" y="292608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plan before coding?</a:t>
            </a:r>
            <a:endParaRPr lang="en-US" sz="11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2697480"/>
            <a:ext cx="109728" cy="10972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7360920" y="1234440"/>
            <a:ext cx="160934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7360920" y="1234440"/>
            <a:ext cx="1609344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7845552" y="1709928"/>
            <a:ext cx="640080" cy="6400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4424" y="1828800"/>
            <a:ext cx="402336" cy="40233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7452360" y="24688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3" name="Text 32"/>
          <p:cNvSpPr/>
          <p:nvPr/>
        </p:nvSpPr>
        <p:spPr>
          <a:xfrm>
            <a:off x="7470648" y="292608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+ preview Day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You'll Be Able To…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64008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6072" y="1307592"/>
            <a:ext cx="475488" cy="47548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scenes visually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your story into a logical, panel-by-panel layout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64008" cy="15544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73752" y="1307592"/>
            <a:ext cx="475488" cy="475488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3752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3075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narrative flow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16916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scenes with clear cause-and-effect between choices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898648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898648"/>
            <a:ext cx="64008" cy="155448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" y="3063240"/>
            <a:ext cx="475488" cy="475488"/>
          </a:xfrm>
          <a:prstGeom prst="ellipse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063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player choices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44728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meaningful decisions with distinct outcomes at each scene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2898648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2898648"/>
            <a:ext cx="64008" cy="15544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73752" y="3063240"/>
            <a:ext cx="475488" cy="47548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3752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3063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the value of planning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344728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— in writing — why storyboarding saves coding time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for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64008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4358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map of scenes before you build them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70432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64008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24358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276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events connect and move the story forward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212848"/>
            <a:ext cx="64008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Choice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26700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point that branches the story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212848"/>
            <a:ext cx="64008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2860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Narrative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that splits into multiple paths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255264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255264"/>
            <a:ext cx="64008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32841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371246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location + time + characters + dialogue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255264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3255264"/>
            <a:ext cx="64008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32841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71246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 that determines which scene comes next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1480" y="201168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WARM-UP 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Skeletons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1280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73152" cy="1280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8001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movie, video game, or TV episode you love.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saying the title — describe it in exactly 5 sentences. One sentence per scene.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688336"/>
            <a:ext cx="82221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that stories naturally break into scenes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1480" y="3163824"/>
            <a:ext cx="82221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your prior knowledge about structure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11480" y="3639312"/>
            <a:ext cx="82221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bridge to the concept of storyboard panels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partner for 2 minutes, then share with the class.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DIRECT INSTRUCTION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Storyboard?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6517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444752" y="1783080"/>
            <a:ext cx="585216" cy="5852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928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24963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76072" y="2926080"/>
            <a:ext cx="23225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 Disney Studios popularized storyboards in the 1930s for animated films. Today every major film, game, and app uses them.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91840" y="118872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325112" y="1783080"/>
            <a:ext cx="585216" cy="585216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92808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29000" y="24963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3456432" y="2926080"/>
            <a:ext cx="23225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of panels — like a comic strip — mapping out what the player sees and hears in each scene, in order.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172200" y="118872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172200" y="1188720"/>
            <a:ext cx="2651760" cy="4572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7205472" y="1783080"/>
            <a:ext cx="585216" cy="585216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892808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309360" y="24963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in Game Dev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6336792" y="2926080"/>
            <a:ext cx="23225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storyboard can save 3 hours of re-coding. Writing code for scenes that don't make story sense wastes time.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286000" cy="274320"/>
          </a:xfrm>
          <a:prstGeom prst="roundRect">
            <a:avLst>
              <a:gd name="adj" fmla="val 40000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DIRECT INSTRUCTION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  ↔   RenPy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3931920" cy="36576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STORYBOARD ELEMENT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160520" cy="3657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8A8"/>
                </a:solidFill>
              </a:rPr>
              <a:t>RENPY 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207008"/>
            <a:ext cx="228600" cy="15544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25112" y="107899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A99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1508760"/>
            <a:ext cx="3931920" cy="475488"/>
          </a:xfrm>
          <a:prstGeom prst="rect">
            <a:avLst/>
          </a:prstGeom>
          <a:solidFill>
            <a:srgbClr val="D5EDD9"/>
          </a:solidFill>
          <a:ln w="63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5087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label  (e.g. "Scene 1: Library")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4160520" cy="475488"/>
          </a:xfrm>
          <a:prstGeom prst="rect">
            <a:avLst/>
          </a:prstGeom>
          <a:solidFill>
            <a:srgbClr val="182330"/>
          </a:solidFill>
          <a:ln w="635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81728" y="15087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school_library: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25112" y="15087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8A99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2020824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0208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image note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2020824"/>
            <a:ext cx="4160520" cy="475488"/>
          </a:xfrm>
          <a:prstGeom prst="rect">
            <a:avLst/>
          </a:prstGeom>
          <a:solidFill>
            <a:srgbClr val="1E2D3D"/>
          </a:solidFill>
          <a:ln w="635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81728" y="20208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 bg library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25112" y="202082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8A99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2532888"/>
            <a:ext cx="3931920" cy="475488"/>
          </a:xfrm>
          <a:prstGeom prst="rect">
            <a:avLst/>
          </a:prstGeom>
          <a:solidFill>
            <a:srgbClr val="D5EDD9"/>
          </a:solidFill>
          <a:ln w="63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53288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appears  ("Alex, nervous")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2532888"/>
            <a:ext cx="4160520" cy="475488"/>
          </a:xfrm>
          <a:prstGeom prst="rect">
            <a:avLst/>
          </a:prstGeom>
          <a:solidFill>
            <a:srgbClr val="182330"/>
          </a:solidFill>
          <a:ln w="635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81728" y="25328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alex nervous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25112" y="253288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8A99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" y="3044952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04495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bubble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3044952"/>
            <a:ext cx="4160520" cy="475488"/>
          </a:xfrm>
          <a:prstGeom prst="rect">
            <a:avLst/>
          </a:prstGeom>
          <a:solidFill>
            <a:srgbClr val="1E2D3D"/>
          </a:solidFill>
          <a:ln w="635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81728" y="30449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"Alex" "I can't believe the test is today…"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25112" y="304495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8A99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11480" y="3557016"/>
            <a:ext cx="3931920" cy="475488"/>
          </a:xfrm>
          <a:prstGeom prst="rect">
            <a:avLst/>
          </a:prstGeom>
          <a:solidFill>
            <a:srgbClr val="D5EDD9"/>
          </a:solidFill>
          <a:ln w="63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55701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box: Option A / Option B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0" y="3557016"/>
            <a:ext cx="4160520" cy="475488"/>
          </a:xfrm>
          <a:prstGeom prst="rect">
            <a:avLst/>
          </a:prstGeom>
          <a:solidFill>
            <a:srgbClr val="182330"/>
          </a:solidFill>
          <a:ln w="635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81728" y="35570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menu: / "Study anyway" / "Give up"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25112" y="355701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8A99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11480" y="4069080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40690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to next panel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0" y="4069080"/>
            <a:ext cx="4160520" cy="475488"/>
          </a:xfrm>
          <a:prstGeom prst="rect">
            <a:avLst/>
          </a:prstGeom>
          <a:solidFill>
            <a:srgbClr val="1E2D3D"/>
          </a:solidFill>
          <a:ln w="635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81728" y="40690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study_hard  /  jump give_up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25112" y="406908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8A99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7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Build!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Activity  ·  Storyboard Workshop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1480" y="169164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40180" y="16002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401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B45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7784" y="2377440"/>
            <a:ext cx="2404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Your Story World  (5 min)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" y="2926080"/>
            <a:ext cx="24048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genre: mystery, sci-fi, fantasy, slice-of-life…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protagonist + at least one other character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central conflict or question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20540" y="16002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205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B45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38144" y="2377440"/>
            <a:ext cx="2404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3–5 Scenes  (20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38144" y="2926080"/>
            <a:ext cx="24048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each panel: Setting, Characters, Mood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dialogue and sketch a rough visual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must have an arrow to the next scene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00900" y="16002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009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B45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18504" y="2377440"/>
            <a:ext cx="2404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Your Branches  (10 min)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18504" y="2926080"/>
            <a:ext cx="24048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arrows to connect Choice A → Scene X, Choice B → Scene Y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loops or merge points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 have at least 2 distinct endings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YOUR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 = One Scene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8321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SCENE PANEL EXAMPLE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1097280" cy="384048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2E75B6"/>
                </a:solidFill>
              </a:rPr>
              <a:t>SCENE #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2E75B6"/>
                </a:solidFill>
              </a:rPr>
              <a:t>&amp; SETTING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914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Setting: school library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Mood: tense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Characters: Alex, Jordan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08760" y="1463040"/>
            <a:ext cx="2286000" cy="384048"/>
          </a:xfrm>
          <a:prstGeom prst="rect">
            <a:avLst/>
          </a:prstGeom>
          <a:solidFill>
            <a:srgbClr val="7B2D8B"/>
          </a:solidFill>
          <a:ln w="635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1463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7B2D8B"/>
                </a:solidFill>
              </a:rPr>
              <a:t>SKETCH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7B2D8B"/>
                </a:solidFill>
              </a:rPr>
              <a:t>(rough is fine!)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00200" y="1892808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figures OK!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what the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sees on screen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94760" y="1463040"/>
            <a:ext cx="2468880" cy="384048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0" y="1463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55A11"/>
                </a:solidFill>
              </a:rPr>
              <a:t>DIALOGUE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55A11"/>
                </a:solidFill>
              </a:rPr>
              <a:t>&amp; NARRATION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86200" y="1892808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"Alex: I can't believe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is today…"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Narration: Alex looks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nervously.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463040"/>
            <a:ext cx="2468880" cy="384048"/>
          </a:xfrm>
          <a:prstGeom prst="rect">
            <a:avLst/>
          </a:prstGeom>
          <a:solidFill>
            <a:srgbClr val="1E7B45"/>
          </a:solidFill>
          <a:ln w="6350">
            <a:solidFill>
              <a:srgbClr val="1E7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1463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7B45"/>
                </a:solidFill>
              </a:rPr>
              <a:t>CHOICES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7B45"/>
                </a:solidFill>
              </a:rPr>
              <a:t>&amp; OUTCOMES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1892808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A: Study anyway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Leads to: Scene 2A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B: Give up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Leads to: Scene 2B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Stick figures and arrows are perfectly fine. Storyboards are for planning, not art!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9">
                    <a:alpha val="60000"/>
                  </a:srgbClr>
                </a:solidFill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TEACHER CHECK-IN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Ask As You Circulate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64008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24128" y="125272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happens if a player chooses Option B in Scene 2?"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24128" y="1609344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Checks that branches are actually planned out, not just labeled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2103120"/>
            <a:ext cx="832104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1480" y="2103120"/>
            <a:ext cx="64008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024128" y="216712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this choice feel meaningful — would a player care?"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24128" y="2523744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Pushes students toward consequences that matter to the story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1480" y="3017520"/>
            <a:ext cx="832104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11480" y="3017520"/>
            <a:ext cx="64008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1024128" y="308152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background image would you want for this scene?"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24128" y="3438144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Connects planning to the actual RenPy 'scene bg' command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11480" y="3931920"/>
            <a:ext cx="832104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11480" y="3931920"/>
            <a:ext cx="64008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1024128" y="399592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you have at least two different endings?"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24128" y="4352544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Ensures the branching structure is real, not just cosmetic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REFLECTION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Plan Before Coding?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7548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754880" cy="34747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 DISCUSSION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7082" y="1600200"/>
            <a:ext cx="43463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today, what would you have done first if asked to code a 5-scene visual novel?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37082" y="2368296"/>
            <a:ext cx="43463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hardest part — scenes, dialogue, or choices? Why?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37082" y="3136392"/>
            <a:ext cx="43463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two coders work on the same game without a storyboard?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37082" y="3904488"/>
            <a:ext cx="43463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 often spend MORE time planning than coding. Surprised? Why?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349240" y="1170432"/>
            <a:ext cx="3383280" cy="3749040"/>
          </a:xfrm>
          <a:prstGeom prst="rect">
            <a:avLst/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5349240" y="1170432"/>
            <a:ext cx="3383280" cy="34747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5349240" y="1170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JOURNAL ENTRY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486400" y="21031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4–6 sentences: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486400" y="24231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planning a story before coding is important. Use ONE specific example from your storyboard today. What would have gone wrong if you had started coding first?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349240" y="3886200"/>
            <a:ext cx="3383280" cy="5486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5486400" y="3977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How is storyboarding similar to outlining an essay?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WRAP-UP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 &amp; Looking Ahead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79" y="1170432"/>
            <a:ext cx="8321039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8321038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TODAY'S CLOSE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700784"/>
            <a:ext cx="77026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Moment: 2–3 volunteers show one panel and describe the scene in 20 seconds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94360" y="2706624"/>
            <a:ext cx="803997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Ticket: Write on a sticky note — "One thing I'm confident about" + "One thing I still need to figure out"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94359" y="3712464"/>
            <a:ext cx="7837607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in your storyboard — you'll need it for Day 10!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937</Words>
  <Application>Microsoft Macintosh PowerPoint</Application>
  <PresentationFormat>On-screen Show (16:9)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 – Storyboarding a Visual Novel</dc:title>
  <dc:subject>PptxGenJS Presentation</dc:subject>
  <dc:creator>STEM Through Games</dc:creator>
  <cp:lastModifiedBy>Babichenko, Dmitriy</cp:lastModifiedBy>
  <cp:revision>2</cp:revision>
  <dcterms:created xsi:type="dcterms:W3CDTF">2026-06-01T14:05:17Z</dcterms:created>
  <dcterms:modified xsi:type="dcterms:W3CDTF">2026-07-13T18:16:30Z</dcterms:modified>
</cp:coreProperties>
</file>