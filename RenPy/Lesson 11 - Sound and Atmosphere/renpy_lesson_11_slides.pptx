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00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9144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&amp; Atmosphere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Design through Music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" cy="11430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0065" y="1205960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0065" y="1498568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Game — watch a scene with &amp; without sound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25856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4320" y="2258568"/>
            <a:ext cx="91440" cy="114300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70065" y="2504408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Instruction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70065" y="2797016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Ren'Py: channels, commands, file structure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355701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3557016"/>
            <a:ext cx="91440" cy="1143000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70065" y="3802856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70065" y="4095464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 music "theme.mp3" to your project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09160" y="9601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709160" y="960120"/>
            <a:ext cx="91440" cy="11430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104905" y="1205960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Experiment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104905" y="1498568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same scene with 3 different audio tracks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709160" y="225856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4709160" y="2258568"/>
            <a:ext cx="91440" cy="114300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104905" y="2504408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Share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5104905" y="2797016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 — listen &amp; react to a partner's game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4709160" y="355701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4709160" y="3557016"/>
            <a:ext cx="91440" cy="1143000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5532120" y="3630168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 min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5104905" y="3802856"/>
            <a:ext cx="3484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Exit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5104905" y="4095464"/>
            <a:ext cx="3534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sound affect emotion? Exit ticket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0D5C6A"/>
          </a:solidFill>
          <a:ln w="12700">
            <a:solidFill>
              <a:srgbClr val="0D5C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not decoration —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communication.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game designers use music intentionally to guide a player's emotions — build tension, signal safety, create unforgettable moments.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3749040"/>
            <a:ext cx="1920240" cy="1005840"/>
          </a:xfrm>
          <a:prstGeom prst="rect">
            <a:avLst/>
          </a:prstGeom>
          <a:solidFill>
            <a:srgbClr val="0D5C6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06383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music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3107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approaching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3749040"/>
            <a:ext cx="1920240" cy="1005840"/>
          </a:xfrm>
          <a:prstGeom prst="rect">
            <a:avLst/>
          </a:prstGeom>
          <a:solidFill>
            <a:srgbClr val="0D5C6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406383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music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43107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peaceful place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1920240" cy="1005840"/>
          </a:xfrm>
          <a:prstGeom prst="rect">
            <a:avLst/>
          </a:prstGeom>
          <a:solidFill>
            <a:srgbClr val="0D5C6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406383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3107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Suspense &amp; dread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1920240" cy="1005840"/>
          </a:xfrm>
          <a:prstGeom prst="rect">
            <a:avLst/>
          </a:prstGeom>
          <a:solidFill>
            <a:srgbClr val="0D5C6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406383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music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3107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&amp; joy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05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audio, visuals &amp; interaction to create specific feelings in your audience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2240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22402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768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Music (BGM)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243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music that runs continuously to establish the mood of a scene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3611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36118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648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 (SFX)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995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audio clip triggered by an event — a door creaking, a button click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8686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8686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905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Channel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2527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playback tracks — music, sound, voice can all play at once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90872" y="2240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22402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2768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In / Fade 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6243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increasing or decreasing volume for smooth transitions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90872" y="3611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90872" y="3611880"/>
            <a:ext cx="4160520" cy="3474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648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995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feeling created by sound, color, and story working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Ren'Py Has 3 Audio Channels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play at the same time!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109728" cy="105156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914400" cy="36576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72768" y="1316736"/>
            <a:ext cx="40233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64208" y="13167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music "theme.mp3"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42432" y="135331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background music — sets the scene's overall mood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2340864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340864"/>
            <a:ext cx="109728" cy="10515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914400" cy="3657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72768" y="2487168"/>
            <a:ext cx="40233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64208" y="24871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sound "thunder.wav"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42432" y="252374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sound effects — door slams, footsteps, clicks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" y="3511296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511296"/>
            <a:ext cx="109728" cy="1051560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712464"/>
            <a:ext cx="914400" cy="365760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72768" y="3657600"/>
            <a:ext cx="40233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64208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"character.mp3"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42432" y="36941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dialogue voice acting (advanced use)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" y="4663440"/>
            <a:ext cx="8595360" cy="34747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music       stop sound       stop music fadeout 2.0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Audio Files Go?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572000" cy="34747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solidFill>
            <a:srgbClr val="0D5C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my_game/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game/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audio/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323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theme.mp3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thunder.wav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sad_piano.mp3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B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82219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B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script.rpy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960120"/>
            <a:ext cx="3566160" cy="1078992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91440" cy="1078992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70448" y="10515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Case-Sensitive!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70448" y="134416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"Theme.mp3" ≠ "theme.mp3"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names must match exactly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212080" y="2148840"/>
            <a:ext cx="3566160" cy="1078992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212080" y="2148840"/>
            <a:ext cx="91440" cy="107899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870448" y="224028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Path in Script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870448" y="253288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music "audio/theme.mp3"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 the audio/ folder)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212080" y="3337560"/>
            <a:ext cx="3566160" cy="1078992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212080" y="3337560"/>
            <a:ext cx="91440" cy="107899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870448" y="34290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Formats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870448" y="372160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and OGG work best.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M4A or AAC.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Audio to Your Project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in your script.rpy file: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30632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8631936" cy="347472"/>
          </a:xfrm>
          <a:prstGeom prst="rect">
            <a:avLst/>
          </a:prstGeom>
          <a:solidFill>
            <a:srgbClr val="0D5C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B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script.rpy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start: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Start music at the beginning of the scene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205282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 music "audio/theme.mp3"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4460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B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scene bg forest with dissolve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8392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narrator "The forest was silent..."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323240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Dramatic sound effect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4290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 sound "audio/thunder.wav"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38221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 music fadeout 2.0   # smooth fade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4251960"/>
            <a:ext cx="8631936" cy="621792"/>
          </a:xfrm>
          <a:prstGeom prst="rect">
            <a:avLst/>
          </a:prstGeom>
          <a:solidFill>
            <a:srgbClr val="D0EE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36168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42793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Launch Project in Ren'Py and listen — do you hear the music?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MOOD EXPERIMENT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scene. Three different audio tracks. How does it change what you feel?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1115568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91440" cy="11155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8841" y="1577412"/>
            <a:ext cx="822960" cy="32918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8841" y="15774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62113" y="157741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audio — complete silence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3350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emotion you feel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1682496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8503920" cy="1115568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32304"/>
            <a:ext cx="91440" cy="1115568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8841" y="2839284"/>
            <a:ext cx="822960" cy="32918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8841" y="28392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2113" y="283928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music "theme.mp3"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2596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emotion you feel 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2944368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97880" y="3200400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694176"/>
            <a:ext cx="8503920" cy="1115568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91440" cy="1115568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8841" y="4101156"/>
            <a:ext cx="822960" cy="329184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8841" y="410115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2112" y="4101156"/>
            <a:ext cx="391572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Contrasting track (tense or cheerful)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9788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emotion you feel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4206240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97880" y="4462272"/>
            <a:ext cx="260604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Mood Experiment worksheet as you go!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Mood Experiment — share your reactions with the class: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8631936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91440" cy="8229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75488" cy="475488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1738" y="1188720"/>
            <a:ext cx="75433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played the scene with NO music, how did it feel? What single word describes it?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" y="2066544"/>
            <a:ext cx="8631936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066544"/>
            <a:ext cx="91440" cy="8229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475488" cy="475488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31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1738" y="2157984"/>
            <a:ext cx="75433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audio track changed the scene the MOST? Why was that music so powerful?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" y="3035808"/>
            <a:ext cx="8631936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035808"/>
            <a:ext cx="91440" cy="8229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75488" cy="475488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61738" y="3127248"/>
            <a:ext cx="75433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game or movie you love. Can you remember the music? What does it make you feel?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" y="4005072"/>
            <a:ext cx="8631936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" cy="8229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475488" cy="475488"/>
          </a:xfrm>
          <a:prstGeom prst="ellipse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61738" y="4096512"/>
            <a:ext cx="75433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designer, you control what the player feels. What responsibility does that give you?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Your Own Project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independent work time: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09728" cy="80467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" y="1261872"/>
            <a:ext cx="8220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music to at least 2 scenes with different moods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56032" y="2075688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" y="2075688"/>
            <a:ext cx="109728" cy="80467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12064" y="2221992"/>
            <a:ext cx="8220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stop music fadeout 2.0 between scene transitions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56032" y="3035808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56032" y="3035808"/>
            <a:ext cx="109728" cy="804672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12064" y="3182112"/>
            <a:ext cx="8220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1 sound effect using play sound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256032" y="3995928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56032" y="3995928"/>
            <a:ext cx="109728" cy="804672"/>
          </a:xfrm>
          <a:prstGeom prst="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12064" y="4142232"/>
            <a:ext cx="8220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does this music match what I want the player to FEEL?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solidFill>
            <a:srgbClr val="EA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84048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Try queue music or explore fadeout / fadein parameters for ultra-smooth transitions!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2011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&amp; Fixes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20040" y="896112"/>
            <a:ext cx="8503920" cy="914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3931920" cy="347472"/>
          </a:xfrm>
          <a:prstGeom prst="rect">
            <a:avLst/>
          </a:prstGeom>
          <a:solidFill>
            <a:srgbClr val="8B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not find audio file" error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896112"/>
            <a:ext cx="4572000" cy="347472"/>
          </a:xfrm>
          <a:prstGeom prst="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51960" y="8961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file in game/audio/ and reference it as "audio/theme.mp3" — file names are CASE-SENSITIVE!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0040" y="1920240"/>
            <a:ext cx="8503920" cy="914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" y="1920240"/>
            <a:ext cx="3931920" cy="347472"/>
          </a:xfrm>
          <a:prstGeom prst="rect">
            <a:avLst/>
          </a:prstGeom>
          <a:solidFill>
            <a:srgbClr val="8B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sound — no error message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51960" y="1920240"/>
            <a:ext cx="4572000" cy="347472"/>
          </a:xfrm>
          <a:prstGeom prst="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51960" y="1920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23225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Ren'Py Preferences → Music Volume. Make sure play music is BEFORE the first dialogue line.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20040" y="2944368"/>
            <a:ext cx="8503920" cy="914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" y="2944368"/>
            <a:ext cx="3931920" cy="347472"/>
          </a:xfrm>
          <a:prstGeom prst="rect">
            <a:avLst/>
          </a:prstGeom>
          <a:solidFill>
            <a:srgbClr val="8B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2944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cuts out mid-scene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51960" y="2944368"/>
            <a:ext cx="4572000" cy="347472"/>
          </a:xfrm>
          <a:prstGeom prst="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25196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3467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may be corrupt or an unsupported format. Use MP3 or OGG. Avoid M4A.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20040" y="3968496"/>
            <a:ext cx="8503920" cy="914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0040" y="3968496"/>
            <a:ext cx="3931920" cy="347472"/>
          </a:xfrm>
          <a:prstGeom prst="rect">
            <a:avLst/>
          </a:prstGeom>
          <a:solidFill>
            <a:srgbClr val="8B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968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overlaps weirdly between scenes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51960" y="3968496"/>
            <a:ext cx="4572000" cy="347472"/>
          </a:xfrm>
          <a:prstGeom prst="rect">
            <a:avLst/>
          </a:prstGeom>
          <a:solidFill>
            <a:srgbClr val="2E7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51960" y="39684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stop music or stop music fadeout 2.0 before every scene transition.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22860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65760" y="73152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sound affect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emotions a player feels?"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2240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 your game, your player, and your choices as a designer.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743200"/>
            <a:ext cx="91440" cy="5943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2743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 chose for my saddest scene: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90672"/>
            <a:ext cx="822960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3456432"/>
            <a:ext cx="91440" cy="59436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34564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I want the player to feel there: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3803904"/>
            <a:ext cx="822960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4169664"/>
            <a:ext cx="91440" cy="594360"/>
          </a:xfrm>
          <a:prstGeom prst="rect">
            <a:avLst/>
          </a:prstGeom>
          <a:solidFill>
            <a:srgbClr val="D465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41696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surprised me about sound design: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4517136"/>
            <a:ext cx="822960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before you leave — on paper or in your notebook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91440" cy="11704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Ren'Py command to play a file called "sad_piano.mp3" as background music: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1664208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6642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________ "audio/_______________"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" y="2395728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395728"/>
            <a:ext cx="91440" cy="11704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4871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sentence, explain how the music you chose affects how a player will feel: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51560" y="2962656"/>
            <a:ext cx="7680960" cy="182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1560" y="3310128"/>
            <a:ext cx="7680960" cy="182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3694176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694176"/>
            <a:ext cx="91440" cy="11704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457200" cy="457200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78561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surprised me about sound design today: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1560" y="4261104"/>
            <a:ext cx="7680960" cy="182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1560" y="4608576"/>
            <a:ext cx="7680960" cy="182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962</Words>
  <Application>Microsoft Macintosh PowerPoint</Application>
  <PresentationFormat>On-screen Show (16:9)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– Sound &amp; Atmosphere</dc:title>
  <dc:subject>PptxGenJS Presentation</dc:subject>
  <dc:creator>PptxGenJS</dc:creator>
  <cp:lastModifiedBy>Babichenko, Dmitriy</cp:lastModifiedBy>
  <cp:revision>2</cp:revision>
  <dcterms:created xsi:type="dcterms:W3CDTF">2026-06-01T16:43:01Z</dcterms:created>
  <dcterms:modified xsi:type="dcterms:W3CDTF">2026-07-13T18:56:10Z</dcterms:modified>
</cp:coreProperties>
</file>