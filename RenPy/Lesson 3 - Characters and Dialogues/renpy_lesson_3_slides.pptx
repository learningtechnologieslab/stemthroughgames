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32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0" y="502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D4C4ED"/>
                </a:solidFill>
              </a:rPr>
              <a:t>STEM THROUGH GAMES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8686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Dialogue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0" y="2788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9A825"/>
                </a:solidFill>
              </a:rPr>
              <a:t>Narrative </a:t>
            </a:r>
            <a:r>
              <a:rPr lang="en-US" sz="1600" b="1" dirty="0">
                <a:solidFill>
                  <a:srgbClr val="F9A825"/>
                </a:solidFill>
              </a:rPr>
              <a:t>Design with RenPy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3291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C4ED"/>
                </a:solidFill>
              </a:rPr>
              <a:t>Middle School  •  60–75 min  •  RenPy + Narrative Writing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" y="274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RENPY</a:t>
            </a:r>
            <a:endParaRPr lang="en-US" sz="6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57200" y="1280160"/>
            <a:ext cx="2560320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C4ED"/>
                </a:solidFill>
              </a:rPr>
              <a:t>Lesson 2 of the RenPy Visual Novel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50292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42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Warm-Up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2633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66"/>
                </a:solidFill>
              </a:rPr>
              <a:t>10 min — Who Would Say That?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" y="3611880"/>
            <a:ext cx="1097280" cy="29260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min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39696" y="100584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39696" y="1005840"/>
            <a:ext cx="1554480" cy="50292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39696" y="1042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185416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Character Bible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85416" y="2633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66"/>
                </a:solidFill>
              </a:rPr>
              <a:t>15 min — Design your character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368296" y="3611880"/>
            <a:ext cx="1097280" cy="29260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368296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 min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822192" y="100584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822192" y="1005840"/>
            <a:ext cx="1554480" cy="50292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822192" y="1042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3867912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Write Dialogue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867912" y="2633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66"/>
                </a:solidFill>
              </a:rPr>
              <a:t>20 min — Bring them to life in RenPy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050792" y="3611880"/>
            <a:ext cx="1097280" cy="292608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050792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504688" y="100584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504688" y="1005840"/>
            <a:ext cx="1554480" cy="5029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504688" y="1042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5550408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Share-Out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550408" y="2633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66"/>
                </a:solidFill>
              </a:rPr>
              <a:t>10 min — Class guesses your character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733288" y="3611880"/>
            <a:ext cx="1097280" cy="2926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733288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min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187184" y="1005840"/>
            <a:ext cx="1554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7187184" y="1005840"/>
            <a:ext cx="1554480" cy="502920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7187184" y="10424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9" name="Text 32"/>
          <p:cNvSpPr/>
          <p:nvPr/>
        </p:nvSpPr>
        <p:spPr>
          <a:xfrm>
            <a:off x="7232904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7232904" y="26334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66"/>
                </a:solidFill>
              </a:rPr>
              <a:t>10 min — How does dialogue reveal personality?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7415784" y="3611880"/>
            <a:ext cx="1097280" cy="292608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415784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7B52A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7B52A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C4ED"/>
                </a:solidFill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261872" y="1554480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Create a believable character with name, personality, goal, and secret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" y="2267712"/>
            <a:ext cx="73152" cy="65836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261872" y="235915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Write dialogue that shows personality without stating it directly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072384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57200" y="3072384"/>
            <a:ext cx="73152" cy="65836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1261872" y="3163824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Define characters and write scenes using RenPy syntax correctly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877056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57200" y="3877056"/>
            <a:ext cx="73152" cy="65836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261872" y="3968496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Explain how word choice and tone communicate who a character 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  ·  Who Would Say That?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C4ED"/>
                </a:solidFill>
              </a:rPr>
              <a:t>Read each line. What do you know about this person — just from how they speak?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80467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91440" cy="804672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2AB"/>
                </a:solidFill>
              </a:rPr>
              <a:t>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562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"I suppose if you insist on doing it the wrong way, I can't stop you."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80467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91440" cy="804672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</a:rPr>
              <a:t>???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8163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"OH WAIT — I just had the BEST idea. Okay, hear me out. Hear. Me. Out."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80467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91440" cy="80467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</a:rPr>
              <a:t>???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77647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"I've seen this before. It doesn't end well. But... do what you want."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</a:rPr>
              <a:t>Think: What adjectives describe each speaker? What clue in their words told you?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Principle: Show, Don't Tell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66"/>
                </a:solidFill>
              </a:rPr>
              <a:t>Good characters reveal themselves through how they speak — not what they announce about themselves.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47548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33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35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Telling (Avoid)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901952"/>
            <a:ext cx="3566160" cy="658368"/>
          </a:xfrm>
          <a:prstGeom prst="rect">
            <a:avLst/>
          </a:prstGeom>
          <a:solidFill>
            <a:srgbClr val="FF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64008" cy="65836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19202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0000"/>
                </a:solidFill>
              </a:rPr>
              <a:t>"I am a nervous person who is scared of strangers."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06624"/>
            <a:ext cx="3566160" cy="658368"/>
          </a:xfrm>
          <a:prstGeom prst="rect">
            <a:avLst/>
          </a:prstGeom>
          <a:solidFill>
            <a:srgbClr val="FF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706624"/>
            <a:ext cx="64008" cy="65836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3232" y="272491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0000"/>
                </a:solidFill>
              </a:rPr>
              <a:t>"I am hiding something important from you."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511296"/>
            <a:ext cx="3566160" cy="658368"/>
          </a:xfrm>
          <a:prstGeom prst="rect">
            <a:avLst/>
          </a:prstGeom>
          <a:solidFill>
            <a:srgbClr val="FF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3511296"/>
            <a:ext cx="64008" cy="65836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" y="352958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0000"/>
                </a:solidFill>
              </a:rPr>
              <a:t>"I feel very proud of my accomplishments."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46320" y="1280160"/>
            <a:ext cx="3931920" cy="47548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5331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1335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Showing (Aim For)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29200" y="1901952"/>
            <a:ext cx="3566160" cy="658368"/>
          </a:xfrm>
          <a:prstGeom prst="rect">
            <a:avLst/>
          </a:prstGeom>
          <a:solidFill>
            <a:srgbClr val="F8F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29200" y="1901952"/>
            <a:ext cx="64008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93792" y="19202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5C1A"/>
                </a:solidFill>
              </a:rPr>
              <a:t>"Oh — you startled me. I wasn't expecting anyone here."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0" y="2706624"/>
            <a:ext cx="3566160" cy="658368"/>
          </a:xfrm>
          <a:prstGeom prst="rect">
            <a:avLst/>
          </a:prstGeom>
          <a:solidFill>
            <a:srgbClr val="F8F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29200" y="2706624"/>
            <a:ext cx="64008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93792" y="272491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5C1A"/>
                </a:solidFill>
              </a:rPr>
              <a:t>"Why do you want to go there anyway? Not many people ask about that place."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3511296"/>
            <a:ext cx="3566160" cy="658368"/>
          </a:xfrm>
          <a:prstGeom prst="rect">
            <a:avLst/>
          </a:prstGeom>
          <a:solidFill>
            <a:srgbClr val="F8FF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029200" y="3511296"/>
            <a:ext cx="64008" cy="65836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193792" y="352958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5C1A"/>
                </a:solidFill>
              </a:rPr>
              <a:t>"I spent three years on this. Three. So yes, I know what I'm doing."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2D91"/>
                </a:solidFill>
              </a:rPr>
              <a:t>The speaker never announces their trait. The WORDS do the work.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Character Bible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</a:rPr>
              <a:t>Every great game character needs these four elements — and the secret is what makes them interesting.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508760"/>
            <a:ext cx="4114800" cy="38404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NAME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What are they called? Does the name hint at their personality?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" y="2395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66"/>
                </a:solidFill>
              </a:rPr>
              <a:t>E.g. 'Mira Vale' — mysterious; 'Chuck' — casual, approachable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508760"/>
            <a:ext cx="4114800" cy="384048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6460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PERSONALITY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64608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3–5 adjectives. These control HOW they talk — vocabulary, speed, formality.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64608" y="23957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66"/>
                </a:solidFill>
              </a:rPr>
              <a:t>E.g. Guarded • Clever • Dry humor • Secretly lonely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1546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3154680"/>
            <a:ext cx="4114800" cy="3840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GOAL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" y="3611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What do they want most? This drives every line they say.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5488" y="40416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66"/>
                </a:solidFill>
              </a:rPr>
              <a:t>E.g. Wants to leave this town and become a famous author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31546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0" y="3154680"/>
            <a:ext cx="4114800" cy="384048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64608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 SECRET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64608" y="3611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What are they hiding — and why? This creates tension.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64608" y="40416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66"/>
                </a:solidFill>
              </a:rPr>
              <a:t>E.g. The book they're writing is about the people around them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Tip: A character who WANTS something but is HIDING something is automatically interesting to a player.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27432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5C2D91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2DFDB"/>
                </a:solidFill>
              </a:rPr>
              <a:t>THE SCENARIO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C4ED"/>
                </a:solidFill>
              </a:rPr>
              <a:t>Your character is approached by a stranger (the player) who asks: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6858000" cy="77724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"Excuse me — do you know the way to the old library?"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</a:rPr>
              <a:t>Your task: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256032" cy="25603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63347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Write 4–6 lines of dialogue in your character's voice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18688"/>
            <a:ext cx="256032" cy="25603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318211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SHOW personality through word choice — don't announce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256032" cy="25603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73075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Move toward OR protect your character's goal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315968"/>
            <a:ext cx="256032" cy="256032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427939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Hint at (but do not reveal) the secret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681728"/>
            <a:ext cx="6858000" cy="274320"/>
          </a:xfrm>
          <a:prstGeom prst="rect">
            <a:avLst/>
          </a:prstGeom>
          <a:solidFill>
            <a:srgbClr val="7B52A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690872"/>
            <a:ext cx="6675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Remember: You're writing their FIRST impression — make it count.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RenPy Syntax Reference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87552"/>
            <a:ext cx="5212080" cy="38862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C4ED"/>
                </a:solidFill>
              </a:rPr>
              <a:t>script.rpy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3898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Define your character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502920" y="1561795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m = Character("Maya",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502920" y="173370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color="#6B3FA0")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502920" y="190561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02920" y="2077517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Start your scene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502920" y="224942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start: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502920" y="2421331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scene bg library_exterior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502920" y="259323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 spot someone near the fountain."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502920" y="276514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02920" y="2937053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"..."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502920" y="31089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"..."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502920" y="3280867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502920" y="345277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Player choice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502920" y="362468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menu: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502920" y="3796589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"Thank you so much!":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502920" y="39684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 "..."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02920" y="4140403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"Can I ask something else?":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02920" y="431231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 "..."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5760720" y="987552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760720" y="987552"/>
            <a:ext cx="73152" cy="80467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43600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0" y="13350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Creates a character variable. Set their name and text color here.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60720" y="1901952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760720" y="1901952"/>
            <a:ext cx="73152" cy="804672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4360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43600" y="22494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Marks the start of a scene. 'label start:' is always the entry point.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60720" y="2816352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60720" y="2816352"/>
            <a:ext cx="73152" cy="8046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94360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43600" y="31638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Write the character's variable then their line in quotes.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60720" y="3730752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760720" y="3730752"/>
            <a:ext cx="73152" cy="804672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943600" y="3785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2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menu: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943600" y="40782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Gives players a choice. Each option leads to different lines.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</a:rPr>
              <a:t>Remember: Indentation matters in RenPy! Use 4 spaces (not tabs).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Share-Out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C4ED"/>
                </a:solidFill>
              </a:rPr>
              <a:t>2–3 volunteers read ONE line of dialogue aloud. Class does the guessing.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2651760" cy="3154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1664208"/>
            <a:ext cx="1097280" cy="109728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847088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8529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576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Volunteer reads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36393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4ED"/>
                </a:solidFill>
              </a:rPr>
              <a:t>Read your first line only — no context!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1554480"/>
            <a:ext cx="2651760" cy="3154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023360" y="1664208"/>
            <a:ext cx="1097280" cy="1097280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847088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28529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6B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24612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 guesses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83280" y="36393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4ED"/>
                </a:solidFill>
              </a:rPr>
              <a:t>What personality traits do you hear? What might their secret be?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554480"/>
            <a:ext cx="2651760" cy="3154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903720" y="1664208"/>
            <a:ext cx="1097280" cy="1097280"/>
          </a:xfrm>
          <a:prstGeom prst="ellipse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847088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28529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52AB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126480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Author reveals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363931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4ED"/>
                </a:solidFill>
              </a:rPr>
              <a:t>Was the class right? Where did the 'show' land — or miss?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E6510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</a:rPr>
              <a:t>A 'misread' is valuable! It means you discovered something new about your own character.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 ·  5 min writing, then share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024128"/>
            <a:ext cx="4114800" cy="1097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75488" y="1207008"/>
            <a:ext cx="457200" cy="457200"/>
          </a:xfrm>
          <a:prstGeom prst="ellipse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24128" y="12070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How does dialogue reveal personality?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86537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</a:rPr>
              <a:t>Point to specific words or phrases in YOUR scene.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2412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024128"/>
            <a:ext cx="4114800" cy="1097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64608" y="1207008"/>
            <a:ext cx="457200" cy="457200"/>
          </a:xfrm>
          <a:prstGeom prst="ellipse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6460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13248" y="12070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What was hardest — inventing the character, or writing true to them?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37760" y="186537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</a:rPr>
              <a:t>Why? What would you do differently?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94436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2944368"/>
            <a:ext cx="4114800" cy="1097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" y="3127248"/>
            <a:ext cx="457200" cy="457200"/>
          </a:xfrm>
          <a:prstGeom prst="ellipse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24128" y="31272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Did your character's secret appear in the dialogue without being stated?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378561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</a:rPr>
              <a:t>If yes, how? If no, what one line could hint at it?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2944368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2944368"/>
            <a:ext cx="4114800" cy="1097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64608" y="3127248"/>
            <a:ext cx="457200" cy="457200"/>
          </a:xfrm>
          <a:prstGeom prst="ellipse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6460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2D9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13248" y="31272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Think of a character from a game, book, or show you love.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937760" y="378561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4466"/>
                </a:solidFill>
              </a:rPr>
              <a:t>What makes their dialogue feel real? Could you borrow that technique?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2D91"/>
                </a:solidFill>
              </a:rPr>
              <a:t>Write quietly for 4–5 minutes, then we'll share.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C2D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Finished Early? Need Support?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50292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21208" y="941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Early Finishers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1208" y="1536192"/>
            <a:ext cx="3794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157276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6B"/>
                </a:solidFill>
              </a:rPr>
              <a:t>Add a second character</a:t>
            </a:r>
            <a:r>
              <a:rPr lang="en-US" sz="1100" dirty="0">
                <a:solidFill>
                  <a:srgbClr val="1A1A2E"/>
                </a:solidFill>
              </a:rPr>
              <a:t> — write a scene where they interact. Let personalities create conflict or comedy.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" y="2560320"/>
            <a:ext cx="3794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259689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6B"/>
                </a:solidFill>
              </a:rPr>
              <a:t>Add a menu: block</a:t>
            </a:r>
            <a:r>
              <a:rPr lang="en-US" sz="1100" dirty="0">
                <a:solidFill>
                  <a:srgbClr val="1A1A2E"/>
                </a:solidFill>
              </a:rPr>
              <a:t> — give the player two choices that lead to different responses.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" y="3584448"/>
            <a:ext cx="3794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362102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6B"/>
                </a:solidFill>
              </a:rPr>
              <a:t>Rewrite the scene twice</a:t>
            </a:r>
            <a:r>
              <a:rPr lang="en-US" sz="1100" dirty="0">
                <a:solidFill>
                  <a:srgbClr val="1A1A2E"/>
                </a:solidFill>
              </a:rPr>
              <a:t> — once when your character is in a good mood, once when stressed. Compare.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896112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896112"/>
            <a:ext cx="4114800" cy="502920"/>
          </a:xfrm>
          <a:prstGeom prst="rect">
            <a:avLst/>
          </a:prstGeom>
          <a:solidFill>
            <a:srgbClr val="7B52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18888" y="94183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Need More Support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818888" y="1536192"/>
            <a:ext cx="3794760" cy="868680"/>
          </a:xfrm>
          <a:prstGeom prst="rect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56048" y="157276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2AB"/>
                </a:solidFill>
              </a:rPr>
              <a:t>Personality Word Bank:</a:t>
            </a:r>
            <a:r>
              <a:rPr lang="en-US" sz="1100" dirty="0">
                <a:solidFill>
                  <a:srgbClr val="1A1A2E"/>
                </a:solidFill>
              </a:rPr>
              <a:t> nervous • proud • secretive • clever • friendly • guarded • sarcastic...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818888" y="2560320"/>
            <a:ext cx="3794760" cy="868680"/>
          </a:xfrm>
          <a:prstGeom prst="rect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956048" y="259689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2AB"/>
                </a:solidFill>
              </a:rPr>
              <a:t>Start small:</a:t>
            </a:r>
            <a:r>
              <a:rPr lang="en-US" sz="1100" dirty="0">
                <a:solidFill>
                  <a:srgbClr val="1A1A2E"/>
                </a:solidFill>
              </a:rPr>
              <a:t> Write just two lines of dialogue before expanding. Quality over quantity.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18888" y="3584448"/>
            <a:ext cx="3794760" cy="868680"/>
          </a:xfrm>
          <a:prstGeom prst="rect">
            <a:avLst/>
          </a:prstGeom>
          <a:solidFill>
            <a:srgbClr val="F0E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956048" y="362102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2AB"/>
                </a:solidFill>
              </a:rPr>
              <a:t>Use a template character:</a:t>
            </a:r>
            <a:r>
              <a:rPr lang="en-US" sz="1100" dirty="0">
                <a:solidFill>
                  <a:srgbClr val="1A1A2E"/>
                </a:solidFill>
              </a:rPr>
              <a:t> Ask for the Maya or Jonah card — personality already filled 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1100</Words>
  <Application>Microsoft Macintosh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RenPy Lesson 2: Characters &amp; Dialogue</dc:title>
  <dc:subject>PptxGenJS Presentation</dc:subject>
  <dc:creator>PptxGenJS</dc:creator>
  <cp:lastModifiedBy>Babichenko, Dmitriy</cp:lastModifiedBy>
  <cp:revision>4</cp:revision>
  <dcterms:created xsi:type="dcterms:W3CDTF">2026-05-19T19:55:59Z</dcterms:created>
  <dcterms:modified xsi:type="dcterms:W3CDTF">2026-07-13T14:23:04Z</dcterms:modified>
</cp:coreProperties>
</file>