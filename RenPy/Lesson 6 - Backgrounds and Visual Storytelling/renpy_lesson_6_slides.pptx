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26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Backgrounds &amp;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Storytelling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Scene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365760"/>
            <a:ext cx="146304" cy="146304"/>
          </a:xfrm>
          <a:prstGeom prst="rect">
            <a:avLst/>
          </a:prstGeom>
          <a:solidFill>
            <a:srgbClr val="1D9E7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0" y="822960"/>
            <a:ext cx="82296" cy="82296"/>
          </a:xfrm>
          <a:prstGeom prst="rect">
            <a:avLst/>
          </a:prstGeom>
          <a:solidFill>
            <a:srgbClr val="6B5CE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09728" cy="109728"/>
          </a:xfrm>
          <a:prstGeom prst="rect">
            <a:avLst/>
          </a:prstGeom>
          <a:solidFill>
            <a:srgbClr val="E8940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64008" cy="64008"/>
          </a:xfrm>
          <a:prstGeom prst="rect">
            <a:avLst/>
          </a:prstGeom>
          <a:solidFill>
            <a:srgbClr val="D44E2A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2468880"/>
            <a:ext cx="201168" cy="201168"/>
          </a:xfrm>
          <a:prstGeom prst="rect">
            <a:avLst/>
          </a:prstGeom>
          <a:solidFill>
            <a:srgbClr val="1D9E7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3200400"/>
            <a:ext cx="128016" cy="128016"/>
          </a:xfrm>
          <a:prstGeom prst="rect">
            <a:avLst/>
          </a:prstGeom>
          <a:solidFill>
            <a:srgbClr val="6B5CE7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49440" y="3840480"/>
            <a:ext cx="73152" cy="73152"/>
          </a:xfrm>
          <a:prstGeom prst="rect">
            <a:avLst/>
          </a:prstGeom>
          <a:solidFill>
            <a:srgbClr val="E8940A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0" y="4114800"/>
            <a:ext cx="91440" cy="91440"/>
          </a:xfrm>
          <a:prstGeom prst="rect">
            <a:avLst/>
          </a:prstGeom>
          <a:solidFill>
            <a:srgbClr val="D44E2A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1076" cy="256032"/>
          </a:xfrm>
          <a:prstGeom prst="roundRect">
            <a:avLst>
              <a:gd name="adj" fmla="val 17857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751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LEARNING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learn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94360" cy="594360"/>
          </a:xfrm>
          <a:prstGeom prst="lin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013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background images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scene command to place backgrounds in your RenPy story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063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594360" cy="594360"/>
          </a:xfrm>
          <a:prstGeom prst="line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4472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visual mood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3657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how color and setting shape a reader's emotional experience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29200" y="1737360"/>
            <a:ext cx="594360" cy="594360"/>
          </a:xfrm>
          <a:prstGeom prst="line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180136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setting to story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760720" y="2011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scene choices to the narrative meaning of each moment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029200" y="3383280"/>
            <a:ext cx="594360" cy="594360"/>
          </a:xfrm>
          <a:prstGeom prst="line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344728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visual impact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3657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same scene with different backgrounds and notice the difference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47472"/>
            <a:ext cx="1751076" cy="256032"/>
          </a:xfrm>
          <a:prstGeom prst="roundRect">
            <a:avLst>
              <a:gd name="adj" fmla="val 17857"/>
            </a:avLst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751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WARM-UP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Mood Challenge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each image below. Call out ONE word for how it makes you feel.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2651760" cy="2194560"/>
          </a:xfrm>
          <a:prstGeom prst="rect">
            <a:avLst/>
          </a:prstGeom>
          <a:solidFill>
            <a:srgbClr val="1E2D3D"/>
          </a:solidFill>
          <a:ln w="254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2651760" cy="457200"/>
          </a:xfrm>
          <a:prstGeom prst="rect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Sunny Park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514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open, warm afternoon light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749040"/>
            <a:ext cx="2286000" cy="914"/>
          </a:xfrm>
          <a:prstGeom prst="rect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word: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920240"/>
            <a:ext cx="2651760" cy="2194560"/>
          </a:xfrm>
          <a:prstGeom prst="rect">
            <a:avLst/>
          </a:prstGeom>
          <a:solidFill>
            <a:srgbClr val="1E2D3D"/>
          </a:solidFill>
          <a:ln w="25400">
            <a:solidFill>
              <a:srgbClr val="6B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Rainy Alley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29000" y="2514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narrow, puddles reflecting neon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74720" y="3749040"/>
            <a:ext cx="2286000" cy="914"/>
          </a:xfrm>
          <a:prstGeom prst="rect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7472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word: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26480" y="1920240"/>
            <a:ext cx="2651760" cy="2194560"/>
          </a:xfrm>
          <a:prstGeom prst="rect">
            <a:avLst/>
          </a:prstGeom>
          <a:solidFill>
            <a:srgbClr val="1E2D3D"/>
          </a:solidFill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Cozy Library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63640" y="2514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lamps, shelves of books, quiet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09360" y="3749040"/>
            <a:ext cx="2286000" cy="91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0936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word: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If your story started in each place, how would the mood change?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83764" cy="256032"/>
          </a:xfrm>
          <a:prstGeom prst="roundRect">
            <a:avLst>
              <a:gd name="adj" fmla="val 17857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6837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DIRECT INSTRUCTION  ·  7–17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scene Command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" cy="411480"/>
          </a:xfrm>
          <a:prstGeom prst="lin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files go in game/images/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1480" cy="411480"/>
          </a:xfrm>
          <a:prstGeom prst="line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filename IS the scene name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" cy="411480"/>
          </a:xfrm>
          <a:prstGeom prst="line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8529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replaces the current background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11480" cy="411480"/>
          </a:xfrm>
          <a:prstGeom prst="line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6301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dissolve adds a smooth transition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20624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206240" cy="3200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161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a background scene
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classroom
</a:t>
            </a: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room was quiet."
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Transition with dissolve
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hallway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dissolve
</a:t>
            </a: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"Alex slipped out."
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cafeteria </a:t>
            </a: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4023360" cy="384048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14400" y="4590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50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classroom.png  →  game/images/classroom.png  →  scene classroom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83764" cy="256032"/>
          </a:xfrm>
          <a:prstGeom prst="roundRect">
            <a:avLst>
              <a:gd name="adj" fmla="val 17857"/>
            </a:avLst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6837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GUIDED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Lenses for Visual Storytelling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352044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417320"/>
            <a:ext cx="685800" cy="685800"/>
          </a:xfrm>
          <a:prstGeom prst="lin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263347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feelings do warm vs. cool palettes create? Can a color mean different things in different cultures?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280160"/>
            <a:ext cx="1920240" cy="3520440"/>
          </a:xfrm>
          <a:prstGeom prst="rect">
            <a:avLst/>
          </a:prstGeom>
          <a:solidFill>
            <a:srgbClr val="FEF3D0"/>
          </a:solidFill>
          <a:ln w="1270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54680" y="1417320"/>
            <a:ext cx="685800" cy="685800"/>
          </a:xfrm>
          <a:prstGeom prst="line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70048" y="263347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scene feel tense vs. relaxed? Can your background contradict the dialogue on purpose?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1280160"/>
            <a:ext cx="1920240" cy="3520440"/>
          </a:xfrm>
          <a:prstGeom prst="rect">
            <a:avLst/>
          </a:prstGeom>
          <a:solidFill>
            <a:srgbClr val="FAECE7"/>
          </a:solidFill>
          <a:ln w="12700">
            <a:solidFill>
              <a:srgbClr val="D44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257800" y="1417320"/>
            <a:ext cx="685800" cy="685800"/>
          </a:xfrm>
          <a:prstGeom prst="line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773168" y="263347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character's location reveal about them? How does time of day transform the same place?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66560" y="1280160"/>
            <a:ext cx="1920240" cy="3520440"/>
          </a:xfrm>
          <a:prstGeom prst="rect">
            <a:avLst/>
          </a:prstGeom>
          <a:solidFill>
            <a:srgbClr val="EEEDFE"/>
          </a:solidFill>
          <a:ln w="12700">
            <a:solidFill>
              <a:srgbClr val="6B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360920" y="1417320"/>
            <a:ext cx="685800" cy="685800"/>
          </a:xfrm>
          <a:prstGeom prst="line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876288" y="263347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sad line plays over a sunny background? Can the 'wrong' background be a choice?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 HANDOUT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&amp; Color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when choosing backgrounds for your scenes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005840"/>
          </a:xfrm>
          <a:prstGeom prst="rect">
            <a:avLst/>
          </a:prstGeom>
          <a:solidFill>
            <a:srgbClr val="1E2D3D"/>
          </a:solidFill>
          <a:ln w="635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57200" cy="1005840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Blues &amp; Grays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892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· Sad · Lonely · Mysterious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023360" cy="1005840"/>
          </a:xfrm>
          <a:prstGeom prst="rect">
            <a:avLst/>
          </a:prstGeom>
          <a:solidFill>
            <a:srgbClr val="1E2D3D"/>
          </a:solidFill>
          <a:ln w="635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57200" cy="1005840"/>
          </a:xfrm>
          <a:prstGeom prst="rect">
            <a:avLst/>
          </a:prstGeom>
          <a:solidFill>
            <a:srgbClr val="D487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Yellows &amp; Oranges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· Nostalgic · Energetic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4023360" cy="1005840"/>
          </a:xfrm>
          <a:prstGeom prst="rect">
            <a:avLst/>
          </a:prstGeom>
          <a:solidFill>
            <a:srgbClr val="1E2D3D"/>
          </a:solidFill>
          <a:ln w="635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57200" cy="1005840"/>
          </a:xfrm>
          <a:prstGeom prst="rect">
            <a:avLst/>
          </a:prstGeom>
          <a:solidFill>
            <a:srgbClr val="C043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Pinks &amp; Reds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178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· Excitement · Danger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4023360" cy="1005840"/>
          </a:xfrm>
          <a:prstGeom prst="rect">
            <a:avLst/>
          </a:prstGeom>
          <a:solidFill>
            <a:srgbClr val="1E2D3D"/>
          </a:solidFill>
          <a:ln w="635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457200" cy="1005840"/>
          </a:xfrm>
          <a:prstGeom prst="rect">
            <a:avLst/>
          </a:prstGeom>
          <a:solidFill>
            <a:srgbClr val="5560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0680" y="1508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Grays &amp; Blacks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1892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 · Uncertain · Serious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560320"/>
            <a:ext cx="4023360" cy="1005840"/>
          </a:xfrm>
          <a:prstGeom prst="rect">
            <a:avLst/>
          </a:prstGeom>
          <a:solidFill>
            <a:srgbClr val="1E2D3D"/>
          </a:solidFill>
          <a:ln w="635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457200" cy="1005840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2651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· Peaceful · Hopeful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4023360" cy="1005840"/>
          </a:xfrm>
          <a:prstGeom prst="rect">
            <a:avLst/>
          </a:prstGeom>
          <a:solidFill>
            <a:srgbClr val="1E2D3D"/>
          </a:solidFill>
          <a:ln w="6350">
            <a:solidFill>
              <a:srgbClr val="2E3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3703320"/>
            <a:ext cx="457200" cy="1005840"/>
          </a:xfrm>
          <a:prstGeom prst="rect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0680" y="37947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4178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Magical · Dreamy · Strange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72868" cy="256032"/>
          </a:xfrm>
          <a:prstGeom prst="roundRect">
            <a:avLst>
              <a:gd name="adj" fmla="val 17857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3728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MAIN ACTIVITY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Scene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RenPy project and complete these steps: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4008" cy="7132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lin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2+ backgrounds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938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background should match the mood of what's happening in that scene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64008" cy="713232"/>
          </a:xfrm>
          <a:prstGeom prst="rect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514600"/>
            <a:ext cx="420624" cy="420624"/>
          </a:xfrm>
          <a:prstGeom prst="line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dissolve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743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at least one smooth transition between scenes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64008" cy="713232"/>
          </a:xfrm>
          <a:prstGeom prst="rect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3319272"/>
            <a:ext cx="420624" cy="420624"/>
          </a:xfrm>
          <a:prstGeom prst="line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255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setting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5478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line of dialogue or narration that mentions where you are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64008" cy="713232"/>
          </a:xfrm>
          <a:prstGeom prst="rect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4123944"/>
            <a:ext cx="420624" cy="420624"/>
          </a:xfrm>
          <a:prstGeom prst="line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option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3525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dialogue with two different backgrounds — notice what changes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47472"/>
            <a:ext cx="2139696" cy="256032"/>
          </a:xfrm>
          <a:prstGeom prst="roundRect">
            <a:avLst>
              <a:gd name="adj" fmla="val 17857"/>
            </a:avLst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REFLECTION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visuals change storytelling?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volunteers: share your screen and show the same dialogue with different backgrounds. What does the class notice?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69080" cy="1188720"/>
          </a:xfrm>
          <a:prstGeom prst="rect">
            <a:avLst/>
          </a:prstGeom>
          <a:solidFill>
            <a:srgbClr val="12202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438912" cy="438912"/>
          </a:xfrm>
          <a:prstGeom prst="lin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21945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background you added today. Why did you choose it for that moment?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4069080" cy="1188720"/>
          </a:xfrm>
          <a:prstGeom prst="rect">
            <a:avLst/>
          </a:prstGeom>
          <a:solidFill>
            <a:srgbClr val="12202E"/>
          </a:solidFill>
          <a:ln w="19050">
            <a:solidFill>
              <a:srgbClr val="E894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438912" cy="438912"/>
          </a:xfrm>
          <a:prstGeom prst="line">
            <a:avLst/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611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changing the background change how the scene felt, even with the same words?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103120"/>
            <a:ext cx="4069080" cy="1188720"/>
          </a:xfrm>
          <a:prstGeom prst="rect">
            <a:avLst/>
          </a:prstGeom>
          <a:solidFill>
            <a:srgbClr val="12202E"/>
          </a:solidFill>
          <a:ln w="19050">
            <a:solidFill>
              <a:srgbClr val="D44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2240280"/>
            <a:ext cx="438912" cy="438912"/>
          </a:xfrm>
          <a:prstGeom prst="line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50408" y="21945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thing a visual can communicate that words alone cannot?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20440"/>
            <a:ext cx="4069080" cy="1188720"/>
          </a:xfrm>
          <a:prstGeom prst="rect">
            <a:avLst/>
          </a:prstGeom>
          <a:solidFill>
            <a:srgbClr val="12202E"/>
          </a:solidFill>
          <a:ln w="19050">
            <a:solidFill>
              <a:srgbClr val="6B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3657600"/>
            <a:ext cx="438912" cy="438912"/>
          </a:xfrm>
          <a:prstGeom prst="line">
            <a:avLst/>
          </a:prstGeom>
          <a:solidFill>
            <a:srgbClr val="6B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657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0408" y="3611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background do you most want to create next, and what mood should it have?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450592" cy="256032"/>
          </a:xfrm>
          <a:prstGeom prst="roundRect">
            <a:avLst>
              <a:gd name="adj" fmla="val 17857"/>
            </a:avLst>
          </a:prstGeom>
          <a:solidFill>
            <a:srgbClr val="E894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EXTENSIONS &amp; DIFFERENTIATION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Further &amp; Getting Support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65760"/>
          </a:xfrm>
          <a:prstGeom prst="rect">
            <a:avLst/>
          </a:prstGeom>
          <a:solidFill>
            <a:srgbClr val="D44E2A"/>
          </a:solidFill>
          <a:ln w="12700">
            <a:solidFill>
              <a:srgbClr val="D44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91391" y="1252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6420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54864" cy="1005840"/>
          </a:xfrm>
          <a:prstGeom prst="rect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75564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 draw a custom background image (PNG) and add it to your game/images/ folder. Try Piskel for pixel art.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0720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807208"/>
            <a:ext cx="54864" cy="1005840"/>
          </a:xfrm>
          <a:prstGeom prst="rect">
            <a:avLst/>
          </a:prstGeom>
          <a:solidFill>
            <a:srgbClr val="D44E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89864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more with transitions — try fade, pixellate, or move. How does each transition change the scene's mood?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00600" y="1234440"/>
            <a:ext cx="402336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34791" y="1252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00600" y="166420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800600" y="1664208"/>
            <a:ext cx="54864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983480" y="175564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reference card with the scene syntax pre-filled — just swap the image name and focus on the creative choice.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800600" y="280720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800600" y="2807208"/>
            <a:ext cx="54864" cy="10058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83480" y="289864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 partner: one person describes the mood they want, the other handles the typing. Switch roles each scene.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EF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80445" y="4233672"/>
            <a:ext cx="79691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to explain their background choice aloud — 'I picked the dark hallway because my character is scared right now.' This metacognitive step deepens the connection between visuals and story.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707</Words>
  <Application>Microsoft Macintosh PowerPoint</Application>
  <PresentationFormat>On-screen Show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— Backgrounds &amp; Visual Storytelling</dc:title>
  <dc:subject>PptxGenJS Presentation</dc:subject>
  <dc:creator>PptxGenJS</dc:creator>
  <cp:lastModifiedBy>Babichenko, Dmitriy</cp:lastModifiedBy>
  <cp:revision>6</cp:revision>
  <dcterms:created xsi:type="dcterms:W3CDTF">2026-05-31T20:49:02Z</dcterms:created>
  <dcterms:modified xsi:type="dcterms:W3CDTF">2026-07-13T17:21:02Z</dcterms:modified>
</cp:coreProperties>
</file>