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658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0058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457200" y="17373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Testing</a:t>
            </a:r>
            <a:endParaRPr lang="en-US" sz="5800" dirty="0"/>
          </a:p>
        </p:txBody>
      </p:sp>
      <p:sp>
        <p:nvSpPr>
          <p:cNvPr id="13" name="Shape 10"/>
          <p:cNvSpPr/>
          <p:nvPr/>
        </p:nvSpPr>
        <p:spPr>
          <a:xfrm>
            <a:off x="457200" y="2578608"/>
            <a:ext cx="21945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in RenPy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 by end of class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0116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5722" y="14173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6618" y="14173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script errors in RenPy — syntax, indentation, and logic bugs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103120"/>
            <a:ext cx="8412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2103120"/>
            <a:ext cx="20116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35722" y="2103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46618" y="21031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RenPy's error console and use the traceback to find the broken line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760" y="2788920"/>
            <a:ext cx="8412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2788920"/>
            <a:ext cx="20116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35722" y="27889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046618" y="2788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branching path to confirm all story choices work correctly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365760" y="3474720"/>
            <a:ext cx="8412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65760" y="3474720"/>
            <a:ext cx="201168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35722" y="34747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046618" y="3474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systematic debugging strategy collaboratively with a partner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65760" y="4160520"/>
            <a:ext cx="201168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35722" y="41605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1046618" y="4160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and explain which debugging strategies were most effective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breakdown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82880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63812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" y="191244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"Bugs Are Normal" discussion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18288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282684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" y="310116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bugs in RenPy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76732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18288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" y="401556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" y="428988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 console live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38988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1389888"/>
            <a:ext cx="182880" cy="10515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65192" y="163812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65192" y="191244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scripts collaboratively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257860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2578608"/>
            <a:ext cx="18288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65192" y="282684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 Walk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965192" y="310116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strategies &amp; bugs found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767328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09160" y="3767328"/>
            <a:ext cx="182880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65192" y="4015567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965192" y="428988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+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 (8 min): Bugs Are Normal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before we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Prompts: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45537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feel like when your code doesn't work the first time?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professional programmers get bugs? (Yes — every day!)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giving up and solving a bug?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3703320" cy="1737360"/>
          </a:xfrm>
          <a:prstGeom prst="rect">
            <a:avLst/>
          </a:prstGeom>
          <a:solidFill>
            <a:srgbClr val="1A2A4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76088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7800" y="3364992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one of the most valuable skills a developer can have. Finding a bug is not a failure — it's the start of learning.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16B8D-EFE4-2CC5-AE54-FE1AACF8211E}"/>
              </a:ext>
            </a:extLst>
          </p:cNvPr>
          <p:cNvSpPr txBox="1"/>
          <p:nvPr/>
        </p:nvSpPr>
        <p:spPr>
          <a:xfrm>
            <a:off x="365760" y="1755648"/>
            <a:ext cx="8458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"Have you ever been building something — in Minecraft, cooking, LEGO — and something went wrong? What happened? How did you fix it?"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Instruction: Types of Bugs in RenPy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 — 5 error types you will encounter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2062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2062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Syntax 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7007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colon, wrong quotes — RenPy refuses to launch.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42062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20624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Indentation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28712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not aligned at the right level — Python/RenPy strict about this!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42062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42062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30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Error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40416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fine, but the wrong path is taken — hardest to spot.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389888"/>
            <a:ext cx="391363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1389888"/>
            <a:ext cx="391363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3898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Error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56632" y="1700784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or variable name was misspelled or not defined yet.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560320"/>
            <a:ext cx="391363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2560320"/>
            <a:ext cx="391363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25603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Asset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56632" y="287121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crashes looking for an image or audio file that doesn't exist.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RenPy tells you the FILE and LINE NUMBER where the error happened — always start there!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Error Console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demo — watch the teacher do this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RenPy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0756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error console appear — don't panic!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type and find the LINE NUMBER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4472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script and go to that exact 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1330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save, and re-launch to test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353312"/>
            <a:ext cx="4069080" cy="352044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389888"/>
            <a:ext cx="3977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RenPy Error Console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719072"/>
            <a:ext cx="4069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1783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sorry, but an uncaught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occurred.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25786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'game/script.rpy',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14, in script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3741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639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an indented block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4169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 line 14 for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434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missing indentation!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1E3A"/>
          </a:solidFill>
          <a:ln w="12700">
            <a:solidFill>
              <a:srgbClr val="0F1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Broken Scripts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Collaboratively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57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 ·  INCREASING DIFFICULTY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200400"/>
            <a:ext cx="1554480" cy="1508760"/>
          </a:xfrm>
          <a:prstGeom prst="rect">
            <a:avLst/>
          </a:prstGeom>
          <a:solidFill>
            <a:srgbClr val="0F1E3A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200400"/>
            <a:ext cx="15544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65760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48256" y="3200400"/>
            <a:ext cx="1554480" cy="1508760"/>
          </a:xfrm>
          <a:prstGeom prst="rect">
            <a:avLst/>
          </a:prstGeom>
          <a:solidFill>
            <a:srgbClr val="0F1E3A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048256" y="3200400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048256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048256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139696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730752" y="3200400"/>
            <a:ext cx="1554480" cy="1508760"/>
          </a:xfrm>
          <a:prstGeom prst="rect">
            <a:avLst/>
          </a:prstGeom>
          <a:solidFill>
            <a:srgbClr val="0F1E3A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3730752" y="3200400"/>
            <a:ext cx="1554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730752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730752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822192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13248" y="3200400"/>
            <a:ext cx="1554480" cy="1508760"/>
          </a:xfrm>
          <a:prstGeom prst="rect">
            <a:avLst/>
          </a:prstGeom>
          <a:solidFill>
            <a:srgbClr val="0F1E3A"/>
          </a:solidFill>
          <a:ln w="1524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413248" y="3200400"/>
            <a:ext cx="155448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413248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4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13248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504688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Logic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095744" y="3200400"/>
            <a:ext cx="1554480" cy="1508760"/>
          </a:xfrm>
          <a:prstGeom prst="rect">
            <a:avLst/>
          </a:prstGeom>
          <a:solidFill>
            <a:srgbClr val="0F1E3A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095744" y="3200400"/>
            <a:ext cx="155448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7095744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5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095744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7187184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Bugs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 Strategies Toolkit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when you're stuck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" y="15544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Error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" y="223113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message carefully — what exactly does it say?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1389888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282696" y="15544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Line Number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82696" y="223113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the line number in the traceback — start there.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25896" y="1389888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135624" y="155448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Indentation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35624" y="223113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line lined up at the right indent level?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3054096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29768" y="32186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Rubber Duck Debug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29768" y="38953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code out loud to a partner. Explaining finds bugs.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172968" y="3054096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3282696" y="32186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to Working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282696" y="38953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script that works — what's different in the broken one?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025896" y="3054096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6135624" y="321868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Out Lines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135624" y="38953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sections one at a time to isolate which part breaks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Debugging Log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this in as you work through each 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290779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Type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Fixed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1  — Easy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2  — Easy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3  —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4  —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+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5  — 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Bugs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each script — test EVERY menu choice to make sure ALL branches work correctly!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What You Found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sticky notes — let's build a class toolkit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0233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We Found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" y="2011680"/>
            <a:ext cx="3474720" cy="22860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 a sticky note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 on the board: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most interesting bug you fixed today.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tricky about it?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389888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389888"/>
            <a:ext cx="40233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937760" y="1389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Strategies That Helped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74920" y="21031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 a sticky note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 on the board: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ONE debugging strategy that was most useful for you today.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with a dot sticker on the strategy you found MOST useful!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Exit Ticket (7 min)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your thinking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261872"/>
            <a:ext cx="8979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1078992"/>
          </a:xfrm>
          <a:prstGeom prst="rect">
            <a:avLst/>
          </a:prstGeom>
          <a:solidFill>
            <a:srgbClr val="1A2A4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64592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8092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strategies helped you most when debugging today, and why?"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 bug you fixed. What was it and how did you fix it?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60273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debugging strategy that helped. Why did it work?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2428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696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question you still have about debugging or RenPy?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578608"/>
            <a:ext cx="37490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2578608"/>
            <a:ext cx="37490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Discussion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999232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strategy change as bugs got harder?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feel like to finally fix a bug?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debugging like solving a mystery?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855</Words>
  <Application>Microsoft Macintosh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– Debugging &amp; Testing</dc:title>
  <dc:subject>PptxGenJS Presentation</dc:subject>
  <dc:creator>STEM Through Games</dc:creator>
  <cp:lastModifiedBy>Babichenko, Dmitriy</cp:lastModifiedBy>
  <cp:revision>3</cp:revision>
  <dcterms:created xsi:type="dcterms:W3CDTF">2026-06-01T17:33:26Z</dcterms:created>
  <dcterms:modified xsi:type="dcterms:W3CDTF">2026-07-13T19:34:35Z</dcterms:modified>
</cp:coreProperties>
</file>