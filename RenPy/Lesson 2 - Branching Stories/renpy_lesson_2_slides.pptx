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09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5B2D8E">
              <a:alpha val="45000"/>
            </a:srgbClr>
          </a:solidFill>
          <a:ln w="12700">
            <a:solidFill>
              <a:srgbClr val="5B2D8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Branching Stories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Choices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Focus: Player Agency  •  How choices shape stories and create meaningful games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777240"/>
            <a:ext cx="2880360" cy="2194560"/>
          </a:xfrm>
          <a:prstGeom prst="rect">
            <a:avLst/>
          </a:prstGeom>
          <a:solidFill>
            <a:srgbClr val="1A1A2E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53328" y="886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start: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53328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 door appears..."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3328" y="1435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53328" y="1709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"Open it":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1984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jump open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53328" y="2258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"Walk away":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53328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jump leave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252728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0–5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298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5819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would you do?" — quick vote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551176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350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5–15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2596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Your Own Adventure activity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57016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557016"/>
            <a:ext cx="109728" cy="11430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" y="3849624"/>
            <a:ext cx="457200" cy="4572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648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15–20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895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Instruction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178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narrative + RenPy syntax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10972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64608" y="1252728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64608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20–45 min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1298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Activity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15819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map → code in RenPy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258568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258568"/>
            <a:ext cx="109728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64608" y="2551176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2350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45–55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2596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 Walk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40680" y="28803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a partner's game, leave feedback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557016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3557016"/>
            <a:ext cx="109728" cy="11430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64608" y="3849624"/>
            <a:ext cx="457200" cy="4572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64608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3648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55–60 min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3895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0680" y="4178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choices matter in games?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03520" cy="219456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walking home when you discover a strange glowing door in the side of a building that definitely wasn't there yesterday.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355848"/>
            <a:ext cx="2331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355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A) Go through immediately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3355848"/>
            <a:ext cx="233172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3355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B) Get a friend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743200" cy="2194560"/>
          </a:xfrm>
          <a:prstGeom prst="rect">
            <a:avLst/>
          </a:prstGeom>
          <a:solidFill>
            <a:srgbClr val="241E3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3640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About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907792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 you played a game where YOU decided what happened?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593592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566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that feel different from just watching a story?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Branching Narrative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350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story with multiple paths — what happens next depends on choices made along the way.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713232"/>
          </a:xfrm>
          <a:prstGeom prst="rect">
            <a:avLst/>
          </a:prstGeom>
          <a:solidFill>
            <a:srgbClr val="F0EBF9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837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 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moment in the story where the player decides what happens. Like a fork in the road.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779776"/>
            <a:ext cx="292608" cy="2926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633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 Agency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player's real power to influence the story. Meaningful choices create meaningful agency.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0EBF9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575304"/>
            <a:ext cx="292608" cy="29260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/ Consequence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216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 of a choice. Good design makes outcomes feel directly tied to what the player decided.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4370832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4224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5171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'scene' or moment on a story map. Connected by arrows showing how choices lead to other nodes.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5B2D8E">
              <a:alpha val="30000"/>
            </a:srgbClr>
          </a:solidFill>
          <a:ln w="12700">
            <a:solidFill>
              <a:srgbClr val="5B2D8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Your Story Map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566160" y="1572768"/>
            <a:ext cx="2011680" cy="5486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66160" y="1572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2121408"/>
            <a:ext cx="0" cy="320040"/>
          </a:xfrm>
          <a:prstGeom prst="line">
            <a:avLst/>
          </a:prstGeom>
          <a:noFill/>
          <a:ln w="25400">
            <a:solidFill>
              <a:srgbClr val="8B8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2441448"/>
            <a:ext cx="265176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24414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 POINT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H="1">
            <a:off x="3383280" y="3008376"/>
            <a:ext cx="1188720" cy="374904"/>
          </a:xfrm>
          <a:prstGeom prst="line">
            <a:avLst/>
          </a:prstGeom>
          <a:noFill/>
          <a:ln w="25400">
            <a:solidFill>
              <a:srgbClr val="8B8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3008376"/>
            <a:ext cx="1188720" cy="411480"/>
          </a:xfrm>
          <a:prstGeom prst="line">
            <a:avLst/>
          </a:prstGeom>
          <a:noFill/>
          <a:ln w="25400">
            <a:solidFill>
              <a:srgbClr val="8B8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3419856"/>
            <a:ext cx="1828800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34198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419856"/>
            <a:ext cx="1828800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4198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3950208"/>
            <a:ext cx="0" cy="320040"/>
          </a:xfrm>
          <a:prstGeom prst="line">
            <a:avLst/>
          </a:prstGeom>
          <a:noFill/>
          <a:ln w="25400">
            <a:solidFill>
              <a:srgbClr val="8B8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3950208"/>
            <a:ext cx="0" cy="320040"/>
          </a:xfrm>
          <a:prstGeom prst="line">
            <a:avLst/>
          </a:prstGeom>
          <a:noFill/>
          <a:ln w="25400">
            <a:solidFill>
              <a:srgbClr val="8B8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68880" y="4270248"/>
            <a:ext cx="1828800" cy="530352"/>
          </a:xfrm>
          <a:prstGeom prst="rect">
            <a:avLst/>
          </a:prstGeom>
          <a:solidFill>
            <a:srgbClr val="7B4EAE"/>
          </a:solidFill>
          <a:ln w="12700">
            <a:solidFill>
              <a:srgbClr val="5B2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68880" y="42702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Ending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4270248"/>
            <a:ext cx="1828800" cy="530352"/>
          </a:xfrm>
          <a:prstGeom prst="rect">
            <a:avLst/>
          </a:prstGeom>
          <a:solidFill>
            <a:srgbClr val="7B4EAE"/>
          </a:solidFill>
          <a:ln w="12700">
            <a:solidFill>
              <a:srgbClr val="5B2D8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42702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Ending 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" y="1572768"/>
            <a:ext cx="2103120" cy="260604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map needs: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05740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20299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beginning (setup)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256032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25328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least 1 choice point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0358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different paths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5387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distinct endings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RenPy Syntax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309360" y="256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Instruction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937760" cy="3886200"/>
          </a:xfrm>
          <a:prstGeom prst="rect">
            <a:avLst/>
          </a:prstGeom>
          <a:solidFill>
            <a:srgbClr val="1A1A2E"/>
          </a:solidFill>
          <a:ln w="12700">
            <a:solidFill>
              <a:srgbClr val="4A3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RenPy Branching Story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start: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407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"You see a glowing door."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"Open it or walk away?"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9705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"Open the door":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003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jump open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"Walk away":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8300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jump leave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25983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open: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"You find a hidden world!"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6896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9044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1193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leave: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3342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"You go home. Safe, but..."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54914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91440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32120" y="914400"/>
            <a:ext cx="9144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87568" y="978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87568" y="13075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 a section. label start: is always first.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187452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32120" y="1874520"/>
            <a:ext cx="91440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87568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87568" y="2267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Shows a choice menu on screen for the player.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283464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32120" y="2834640"/>
            <a:ext cx="91440" cy="8229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87568" y="2898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87568" y="32278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Jumps to another label — this IS branching.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532120" y="379476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32120" y="3794760"/>
            <a:ext cx="91440" cy="82296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87568" y="3858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687568" y="4187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 the game (or returns from a sub-routine).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It in RenPy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69080" cy="100584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38912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438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1709928"/>
            <a:ext cx="84124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7099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min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starter file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02082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lesson3_starter.rpy is in your project folder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4069080" cy="100584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438912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724912"/>
            <a:ext cx="438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474720" y="2834640"/>
            <a:ext cx="84124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32688" y="2816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opening lines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314553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 the placeholder text with your beginning — set the scene!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49624"/>
            <a:ext cx="4069080" cy="100584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849624"/>
            <a:ext cx="438912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849624"/>
            <a:ext cx="438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74720" y="3959352"/>
            <a:ext cx="84124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395935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2688" y="3941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 menu: block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2688" y="42702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your two choices exactly as the player will see them on screen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600200"/>
            <a:ext cx="4069080" cy="100584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1600200"/>
            <a:ext cx="438912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1600200"/>
            <a:ext cx="438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818120" y="1709928"/>
            <a:ext cx="84124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17099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min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76088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your two labels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276088" y="202082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path_a: and label path_b: — each with story text and return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724912"/>
            <a:ext cx="4069080" cy="100584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2724912"/>
            <a:ext cx="438912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2724912"/>
            <a:ext cx="438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818120" y="2834640"/>
            <a:ext cx="84124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18120" y="28346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min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76088" y="2816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BOTH paths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76088" y="314553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Launch Project. Play through each choice to verify both endings appear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849624"/>
            <a:ext cx="4069080" cy="100584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3849624"/>
            <a:ext cx="438912" cy="10058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3849624"/>
            <a:ext cx="438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818120" y="3959352"/>
            <a:ext cx="84124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18120" y="395935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needed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76088" y="3941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any errors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276088" y="42702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console text? Check: colons, indentation (4 spaces!), label names match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for every learner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3611880"/>
          </a:xfrm>
          <a:prstGeom prst="rect">
            <a:avLst/>
          </a:prstGeom>
          <a:solidFill>
            <a:srgbClr val="FFF3F3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BB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need support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192024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fill-in-the-blank template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60604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with a partner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29184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on just the menu: block 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397764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Skip the second label for 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1143000"/>
            <a:ext cx="2743200" cy="3611880"/>
          </a:xfrm>
          <a:prstGeom prst="rect">
            <a:avLst/>
          </a:prstGeom>
          <a:solidFill>
            <a:srgbClr val="F0EBF9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10128" y="1143000"/>
            <a:ext cx="274320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01568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Track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01568" y="1508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BB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challenge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1920240"/>
            <a:ext cx="201168" cy="20116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67328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story map + both code paths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606040"/>
            <a:ext cx="201168" cy="20116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67328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and verify both endings 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291840"/>
            <a:ext cx="201168" cy="20116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67328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endings should feel meaningfully different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54496" y="1143000"/>
            <a:ext cx="2743200" cy="3611880"/>
          </a:xfrm>
          <a:prstGeom prst="rect">
            <a:avLst/>
          </a:prstGeom>
          <a:solidFill>
            <a:srgbClr val="F0FBF0"/>
          </a:solidFill>
          <a:ln w="12700">
            <a:solidFill>
              <a:srgbClr val="D8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54496" y="1143000"/>
            <a:ext cx="27432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45936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45936" y="1508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BB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for more?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19088" y="1920240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11696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second choice point (nested menu:)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19088" y="2606040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11696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variable to track player's decision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19088" y="3291840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11696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8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background image or character sprite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8046720" cy="1097280"/>
          </a:xfrm>
          <a:prstGeom prst="rect">
            <a:avLst/>
          </a:prstGeom>
          <a:solidFill>
            <a:srgbClr val="1A173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do choices matter in games?"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4069080" cy="105156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3694" y="2057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you feel differently about the story depending on your choice? Why?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4069080" cy="105156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7094" y="2057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you decide what consequences to give each choice?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069080" cy="105156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94" y="3246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all choices led to the same ending, would the menu still feel meaningful?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54680"/>
            <a:ext cx="4069080" cy="1051560"/>
          </a:xfrm>
          <a:prstGeom prst="rect">
            <a:avLst/>
          </a:prstGeom>
          <a:solidFill>
            <a:srgbClr val="1A1730"/>
          </a:solidFill>
          <a:ln w="12700">
            <a:solidFill>
              <a:srgbClr val="7B4EAE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7094" y="3246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a real game where your choices had real consequences — how did that feel?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solidFill>
            <a:srgbClr val="241E3A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Ticket: 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691640" y="440740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E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 sticky note, finish the sentence: "Choices in games matter because __________."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748</Words>
  <Application>Microsoft Macintosh PowerPoint</Application>
  <PresentationFormat>On-screen Show 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Branching Stories &amp; Choices — STEM Through Games</dc:title>
  <dc:subject>PptxGenJS Presentation</dc:subject>
  <dc:creator>PptxGenJS</dc:creator>
  <cp:lastModifiedBy>Babichenko, Dmitriy</cp:lastModifiedBy>
  <cp:revision>3</cp:revision>
  <dcterms:created xsi:type="dcterms:W3CDTF">2026-05-19T19:28:31Z</dcterms:created>
  <dcterms:modified xsi:type="dcterms:W3CDTF">2026-07-10T14:58:12Z</dcterms:modified>
</cp:coreProperties>
</file>