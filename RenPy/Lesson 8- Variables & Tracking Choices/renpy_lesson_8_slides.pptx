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6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0789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Choices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games remember what you did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60320" y="3063240"/>
            <a:ext cx="4023360" cy="1005840"/>
          </a:xfrm>
          <a:prstGeom prst="rect">
            <a:avLst/>
          </a:prstGeom>
          <a:solidFill>
            <a:srgbClr val="0D1829"/>
          </a:solidFill>
          <a:ln w="12700">
            <a:solidFill>
              <a:srgbClr val="3DA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3063240"/>
            <a:ext cx="54864" cy="1005840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24912" y="3136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has_key = False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24912" y="33558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has_key = True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24912" y="3575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has_key: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24912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 "Go right ahead!"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 by the end of 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solidFill>
            <a:srgbClr val="152A44"/>
          </a:solidFill>
          <a:ln w="12700">
            <a:solidFill>
              <a:srgbClr val="2E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4222" y="10789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1481328" y="1243584"/>
            <a:ext cx="27432" cy="329184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627632" y="1078992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variable using the  default  keyword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1C3352"/>
          </a:solidFill>
          <a:ln w="12700">
            <a:solidFill>
              <a:srgbClr val="2E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34222" y="18470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1481328" y="2011680"/>
            <a:ext cx="27432" cy="329184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627632" y="1847088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variable's value when a player makes a choice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2615184"/>
            <a:ext cx="8229600" cy="658368"/>
          </a:xfrm>
          <a:prstGeom prst="rect">
            <a:avLst/>
          </a:prstGeom>
          <a:solidFill>
            <a:srgbClr val="152A44"/>
          </a:solidFill>
          <a:ln w="12700">
            <a:solidFill>
              <a:srgbClr val="2E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734222" y="2615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1481328" y="2779776"/>
            <a:ext cx="27432" cy="329184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1627632" y="2615184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 if / elif / else  blocks that react to variables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383280"/>
            <a:ext cx="8229600" cy="658368"/>
          </a:xfrm>
          <a:prstGeom prst="rect">
            <a:avLst/>
          </a:prstGeom>
          <a:solidFill>
            <a:srgbClr val="1C3352"/>
          </a:solidFill>
          <a:ln w="12700">
            <a:solidFill>
              <a:srgbClr val="2E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34222" y="33832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3" name="Shape 17"/>
          <p:cNvSpPr/>
          <p:nvPr/>
        </p:nvSpPr>
        <p:spPr>
          <a:xfrm>
            <a:off x="1481328" y="3547872"/>
            <a:ext cx="27432" cy="329184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1627632" y="3383280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script to predict what the player will see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457200" y="4151376"/>
            <a:ext cx="8229600" cy="658368"/>
          </a:xfrm>
          <a:prstGeom prst="rect">
            <a:avLst/>
          </a:prstGeom>
          <a:solidFill>
            <a:srgbClr val="152A44"/>
          </a:solidFill>
          <a:ln w="12700">
            <a:solidFill>
              <a:srgbClr val="2E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734222" y="4151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8" name="Shape 21"/>
          <p:cNvSpPr/>
          <p:nvPr/>
        </p:nvSpPr>
        <p:spPr>
          <a:xfrm>
            <a:off x="1481328" y="4315968"/>
            <a:ext cx="27432" cy="329184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1627632" y="4151376"/>
            <a:ext cx="6903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real games use variables to 'remember'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·  Think-Pair-Share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1A2B3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91440" cy="12344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868680"/>
            <a:ext cx="7882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“Think of a game where it seemed to remember a choice you made earlier.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it remember? How do you think it kept track?”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06040" cy="2377440"/>
          </a:xfrm>
          <a:prstGeom prst="rect">
            <a:avLst/>
          </a:prstGeom>
          <a:solidFill>
            <a:srgbClr val="152A44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606040" cy="42062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163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32004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idea on a sticky note or in your notebook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2606040" cy="2377440"/>
          </a:xfrm>
          <a:prstGeom prst="rect">
            <a:avLst/>
          </a:prstGeom>
          <a:solidFill>
            <a:srgbClr val="152A44"/>
          </a:solidFill>
          <a:ln w="12700">
            <a:solidFill>
              <a:srgbClr val="3DA5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2331720"/>
            <a:ext cx="2606040" cy="420624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8163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idea with the person next to you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2331720"/>
            <a:ext cx="2606040" cy="2377440"/>
          </a:xfrm>
          <a:prstGeom prst="rect">
            <a:avLst/>
          </a:prstGeom>
          <a:solidFill>
            <a:srgbClr val="152A44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2606040" cy="42062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28163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99632" y="32004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pairs share out. Teacher writes key ideas on the board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Bridge: “Games remember things using a variable — a named container that stores a value.”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Variable?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backpack / box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023360" cy="3840480"/>
          </a:xfrm>
          <a:prstGeom prst="rect">
            <a:avLst/>
          </a:prstGeom>
          <a:solidFill>
            <a:srgbClr val="152A44"/>
          </a:solidFill>
          <a:ln w="12700">
            <a:solidFill>
              <a:srgbClr val="2E6B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Analogy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labeled box in the game's memory.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is the variable name.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inside can change.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3383280" cy="566928"/>
          </a:xfrm>
          <a:prstGeom prst="rect">
            <a:avLst/>
          </a:prstGeom>
          <a:solidFill>
            <a:srgbClr val="0D1829"/>
          </a:solidFill>
          <a:ln w="12700">
            <a:solidFill>
              <a:srgbClr val="8B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has_key ]  →  False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907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picking up key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163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player picks it 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93008"/>
            <a:ext cx="3383280" cy="566928"/>
          </a:xfrm>
          <a:prstGeom prst="rect">
            <a:avLst/>
          </a:prstGeom>
          <a:solidFill>
            <a:srgbClr val="0D1829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4930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has_key ]  →  True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picking up key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24128"/>
            <a:ext cx="4023360" cy="3840480"/>
          </a:xfrm>
          <a:prstGeom prst="rect">
            <a:avLst/>
          </a:prstGeom>
          <a:solidFill>
            <a:srgbClr val="152A44"/>
          </a:solidFill>
          <a:ln w="12700">
            <a:solidFill>
              <a:srgbClr val="2E6B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536192"/>
            <a:ext cx="3657600" cy="932688"/>
          </a:xfrm>
          <a:prstGeom prst="rect">
            <a:avLst/>
          </a:prstGeom>
          <a:solidFill>
            <a:srgbClr val="1A2B3C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1536192"/>
            <a:ext cx="64008" cy="9326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56048" y="15727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1883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/  False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21579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On/off, yes/no states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615184"/>
            <a:ext cx="3657600" cy="932688"/>
          </a:xfrm>
          <a:prstGeom prst="rect">
            <a:avLst/>
          </a:prstGeom>
          <a:solidFill>
            <a:srgbClr val="1A2B3C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2615184"/>
            <a:ext cx="64008" cy="9326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56048" y="2651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56048" y="29626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 10,  -5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56048" y="3236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scores, gold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3694176"/>
            <a:ext cx="3657600" cy="932688"/>
          </a:xfrm>
          <a:prstGeom prst="rect">
            <a:avLst/>
          </a:prstGeom>
          <a:solidFill>
            <a:srgbClr val="1A2B3C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00600" y="3694176"/>
            <a:ext cx="64008" cy="93268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56048" y="37307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56048" y="4041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56048" y="4315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messages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default  Keyword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variables in Ren'Py — place BEFORE  label start: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160520" cy="3840480"/>
          </a:xfrm>
          <a:prstGeom prst="rect">
            <a:avLst/>
          </a:prstGeom>
          <a:solidFill>
            <a:srgbClr val="0D1829"/>
          </a:solidFill>
          <a:ln w="12700">
            <a:solidFill>
              <a:srgbClr val="2E6B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54864" cy="3840480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024128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A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script.rpy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392277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Place this BEFORE label start: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982419"/>
            <a:ext cx="392277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has_key = False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333549"/>
            <a:ext cx="392277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player_name = "Traveler"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684678"/>
            <a:ext cx="392277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gold = 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3386938"/>
            <a:ext cx="392277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Inside the story — use $ to change it: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738067"/>
            <a:ext cx="392277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has_key = True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4089197"/>
            <a:ext cx="392277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gold = gold + 10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4440326"/>
            <a:ext cx="3922776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gold += 10   # shortcut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822960"/>
            <a:ext cx="3858768" cy="868680"/>
          </a:xfrm>
          <a:prstGeom prst="rect">
            <a:avLst/>
          </a:prstGeom>
          <a:solidFill>
            <a:srgbClr val="152A44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868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261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variable at game start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28032" y="1828800"/>
            <a:ext cx="3858768" cy="868680"/>
          </a:xfrm>
          <a:prstGeom prst="rect">
            <a:avLst/>
          </a:prstGeom>
          <a:solidFill>
            <a:srgbClr val="152A44"/>
          </a:solidFill>
          <a:ln w="12700">
            <a:solidFill>
              <a:srgbClr val="3DA5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1874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A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has_key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2267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name (snake_case)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8032" y="2834640"/>
            <a:ext cx="3858768" cy="868680"/>
          </a:xfrm>
          <a:prstGeom prst="rect">
            <a:avLst/>
          </a:prstGeom>
          <a:solidFill>
            <a:srgbClr val="152A44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28803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False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3273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value (Boolean)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28032" y="3840480"/>
            <a:ext cx="3858768" cy="868680"/>
          </a:xfrm>
          <a:prstGeom prst="rect">
            <a:avLst/>
          </a:prstGeom>
          <a:solidFill>
            <a:srgbClr val="152A44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886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0" y="4279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Python to update the value mid-story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28032" y="4800600"/>
            <a:ext cx="3858768" cy="274320"/>
          </a:xfrm>
          <a:prstGeom prst="rect">
            <a:avLst/>
          </a:prstGeom>
          <a:solidFill>
            <a:srgbClr val="2A1A0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9472" y="480060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and False must be capitalized — Python is case-sensitive!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 —  Checking Variables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game reads the variable and reacts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343400" cy="4005072"/>
          </a:xfrm>
          <a:prstGeom prst="rect">
            <a:avLst/>
          </a:prstGeom>
          <a:solidFill>
            <a:srgbClr val="0D1829"/>
          </a:solidFill>
          <a:ln w="12700">
            <a:solidFill>
              <a:srgbClr val="2E6B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54864" cy="4005072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024128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A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script.rpy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locked_door: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805287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 "You've reached the locked door."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330414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has_key: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592977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guard "You have a key! Come in!"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855541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jump inside_castle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118104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gold &gt;= 50: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380667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guard "No key... 50 gold to enter."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3643231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 gold -= 50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905794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jump inside_castle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4168358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4430921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guard "No key, no entry. Turn back."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4693485"/>
            <a:ext cx="4105656" cy="26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jump town_square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011680"/>
            <a:ext cx="3657600" cy="658368"/>
          </a:xfrm>
          <a:prstGeom prst="rect">
            <a:avLst/>
          </a:prstGeom>
          <a:solidFill>
            <a:srgbClr val="152A44"/>
          </a:solidFill>
          <a:ln w="12700">
            <a:solidFill>
              <a:srgbClr val="3DA5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0" y="2011680"/>
            <a:ext cx="64008" cy="658368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2048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A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2340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first. If True → run this block, skip the rest.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2834640"/>
            <a:ext cx="3657600" cy="658368"/>
          </a:xfrm>
          <a:prstGeom prst="rect">
            <a:avLst/>
          </a:prstGeom>
          <a:solidFill>
            <a:srgbClr val="152A44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0" y="2834640"/>
            <a:ext cx="64008" cy="65836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0" y="2871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check this. Can have as many as you want.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3657600"/>
            <a:ext cx="3657600" cy="658368"/>
          </a:xfrm>
          <a:prstGeom prst="rect">
            <a:avLst/>
          </a:prstGeom>
          <a:solidFill>
            <a:srgbClr val="152A44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0" y="3657600"/>
            <a:ext cx="64008" cy="65836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12080" y="3694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12080" y="3986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Fallback. Runs if nothing above was True.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4462272"/>
            <a:ext cx="3657600" cy="475488"/>
          </a:xfrm>
          <a:prstGeom prst="rect">
            <a:avLst/>
          </a:prstGeom>
          <a:solidFill>
            <a:srgbClr val="1A2A1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38928" y="44622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if has_key is False and gold = 30, which branch runs?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Activity: The Key Mystery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91440" cy="7498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841248"/>
            <a:ext cx="7882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wake up in a mysterious forest. A glinting object lies in the dirt. You reach a locked gate. Will you get in?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4005072" cy="868680"/>
          </a:xfrm>
          <a:prstGeom prst="rect">
            <a:avLst/>
          </a:prstGeom>
          <a:solidFill>
            <a:srgbClr val="152A44"/>
          </a:solidFill>
          <a:ln w="12700">
            <a:solidFill>
              <a:srgbClr val="3DA5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4864" cy="868680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3504" y="2093976"/>
            <a:ext cx="365760" cy="365760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0704" y="19842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variable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0704" y="234086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$ has_key = True  inside the 'pick up' menu branch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4005072" cy="868680"/>
          </a:xfrm>
          <a:prstGeom prst="rect">
            <a:avLst/>
          </a:prstGeom>
          <a:solidFill>
            <a:srgbClr val="152A44"/>
          </a:solidFill>
          <a:ln w="127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54864" cy="86868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" y="3044952"/>
            <a:ext cx="365760" cy="36576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0704" y="293522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if/else at the door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3291840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reacts differently based on whether has_key is True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005072" cy="868680"/>
          </a:xfrm>
          <a:prstGeom prst="rect">
            <a:avLst/>
          </a:prstGeom>
          <a:solidFill>
            <a:srgbClr val="152A44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8686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" y="3995928"/>
            <a:ext cx="365760" cy="36576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0704" y="3886200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BOTH paths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" y="4242816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through picking up the key AND without. Both must reach the ending.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45152" y="1938528"/>
            <a:ext cx="4005072" cy="868680"/>
          </a:xfrm>
          <a:prstGeom prst="rect">
            <a:avLst/>
          </a:prstGeom>
          <a:solidFill>
            <a:srgbClr val="1E1A0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45152" y="1938528"/>
            <a:ext cx="54864" cy="8686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91456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48656" y="19842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Add elif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48656" y="2340864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has_badge variable and a second way past the guard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45152" y="2889504"/>
            <a:ext cx="4005072" cy="868680"/>
          </a:xfrm>
          <a:prstGeom prst="rect">
            <a:avLst/>
          </a:prstGeom>
          <a:solidFill>
            <a:srgbClr val="1E1A00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45152" y="2889504"/>
            <a:ext cx="54864" cy="86868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48656" y="293522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Number var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48656" y="3291840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attempts with a counter. Guard reacts after 2 rejections.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Script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project and add this code — find the two  # TODO  comments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4005072"/>
          </a:xfrm>
          <a:prstGeom prst="rect">
            <a:avLst/>
          </a:prstGeom>
          <a:solidFill>
            <a:srgbClr val="0D1829"/>
          </a:solidFill>
          <a:ln w="12700">
            <a:solidFill>
              <a:srgbClr val="2E6B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54864" cy="4005072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987552"/>
            <a:ext cx="8284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A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script.rpy — starter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243584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e = Character("Explorer")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396746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g = Character("Guard")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703070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has_key = False   # &lt;-- Our variable!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009394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start: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162556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 bg forest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315718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"I wake up in a strange forest."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468880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"Something glints in the dirt."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775204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menu: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928366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"Pick up the glinting object.":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3081528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TODO: Set has_key to True here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234690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 "I pick up an old iron key."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387852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"Ignore it and keep walking.":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3541014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 "Just a bottle cap. I walk on."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3847338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jump locked_door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4153662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locked_door: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306824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 bg castle_gate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459986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 "Halt! This gate is locked."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4613148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TODO: Write if/elif/else here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4766310"/>
            <a:ext cx="8174736" cy="153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jump ending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to fill in  →  find the  # TODO  comments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Reference  (Try It Yourself First!)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this after minute 40 if still stuck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51960" cy="3063240"/>
          </a:xfrm>
          <a:prstGeom prst="rect">
            <a:avLst/>
          </a:prstGeom>
          <a:solidFill>
            <a:srgbClr val="0D1829"/>
          </a:solidFill>
          <a:ln w="12700">
            <a:solidFill>
              <a:srgbClr val="2E6B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3063240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005840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A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Pick-up scene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401421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PART 1: Assign variable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565656"/>
            <a:ext cx="401421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menu: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869440"/>
            <a:ext cx="401421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"Pick up the key.":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173224"/>
            <a:ext cx="401421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 has_key = True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477008"/>
            <a:ext cx="401421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 "Got an old iron key!"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780792"/>
            <a:ext cx="401421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"Ignore it.":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3084576"/>
            <a:ext cx="401421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 "Just a bottle cap."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3692144"/>
            <a:ext cx="401421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jump locked_door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005840"/>
            <a:ext cx="4160520" cy="3063240"/>
          </a:xfrm>
          <a:prstGeom prst="rect">
            <a:avLst/>
          </a:prstGeom>
          <a:solidFill>
            <a:srgbClr val="0D1829"/>
          </a:solidFill>
          <a:ln w="12700">
            <a:solidFill>
              <a:srgbClr val="2E6B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1005840"/>
            <a:ext cx="54864" cy="3063240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27448" y="1005840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A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 scene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82312" y="1261872"/>
            <a:ext cx="3922776" cy="24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PART 2: if / else at door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82312" y="1510423"/>
            <a:ext cx="3922776" cy="24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locked_door: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1758973"/>
            <a:ext cx="3922776" cy="24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 "Halt! This gate is locked."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82312" y="2256074"/>
            <a:ext cx="3922776" cy="24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has_key: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82312" y="2504625"/>
            <a:ext cx="3922776" cy="24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 "Is that the master key?"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2753175"/>
            <a:ext cx="3922776" cy="24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 "Go right ahead!"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82312" y="3001726"/>
            <a:ext cx="3922776" cy="24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jump inside_castle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82312" y="3250276"/>
            <a:ext cx="3922776" cy="24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82312" y="3498827"/>
            <a:ext cx="3922776" cy="24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 "No key, no entry."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82312" y="3747377"/>
            <a:ext cx="3922776" cy="24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jump town_square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8412480" cy="804672"/>
          </a:xfrm>
          <a:prstGeom prst="rect">
            <a:avLst/>
          </a:prstGeom>
          <a:solidFill>
            <a:srgbClr val="1E1A0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4160520"/>
            <a:ext cx="73152" cy="80467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16052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A:  Add  default has_badge = False  and a third elif branch at the door.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B:  Add  default attempts = 0  and increment it each rejection. Guard says something new after 2 tries.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 ·  How Do Games Remember?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together — connect code to the big picture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4023360" cy="1783080"/>
          </a:xfrm>
          <a:prstGeom prst="rect">
            <a:avLst/>
          </a:prstGeom>
          <a:solidFill>
            <a:srgbClr val="152A44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4023360" cy="38404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what is a variable? Describe it without using the word 'variable'.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932688"/>
            <a:ext cx="4023360" cy="1783080"/>
          </a:xfrm>
          <a:prstGeom prst="rect">
            <a:avLst/>
          </a:prstGeom>
          <a:solidFill>
            <a:srgbClr val="152A44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932688"/>
            <a:ext cx="4023360" cy="38404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932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8032" y="1371600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something a game you play 'remembers' about you. What variable holds that?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4023360" cy="1783080"/>
          </a:xfrm>
          <a:prstGeom prst="rect">
            <a:avLst/>
          </a:prstGeom>
          <a:solidFill>
            <a:srgbClr val="152A44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07792"/>
            <a:ext cx="4023360" cy="38404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9077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" y="3346704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 $ has_key = True  and  if has_key ?  Why do you need both?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907792"/>
            <a:ext cx="4023360" cy="1783080"/>
          </a:xfrm>
          <a:prstGeom prst="rect">
            <a:avLst/>
          </a:prstGeom>
          <a:solidFill>
            <a:srgbClr val="152A44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907792"/>
            <a:ext cx="4023360" cy="38404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9077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28032" y="3346704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one variable make a game feel unique for every player? What about three variables?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 Option A — Draw the 'box' model  |  Option B — What breaks if you forget  $ has_key = True 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Game Is Now SMART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decisions — and reacts to them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514600" cy="2194560"/>
          </a:xfrm>
          <a:prstGeom prst="rect">
            <a:avLst/>
          </a:prstGeom>
          <a:solidFill>
            <a:srgbClr val="152A44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514600" cy="4572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" y="2423160"/>
            <a:ext cx="22585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 named container with a starting value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874520"/>
            <a:ext cx="2514600" cy="2194560"/>
          </a:xfrm>
          <a:prstGeom prst="rect">
            <a:avLst/>
          </a:prstGeom>
          <a:solidFill>
            <a:srgbClr val="152A44"/>
          </a:solidFill>
          <a:ln w="127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874520"/>
            <a:ext cx="25146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variable = value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74136" y="2423160"/>
            <a:ext cx="22585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what's stored inside the container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2514600" cy="2194560"/>
          </a:xfrm>
          <a:prstGeom prst="rect">
            <a:avLst/>
          </a:prstGeom>
          <a:solidFill>
            <a:srgbClr val="152A44"/>
          </a:solidFill>
          <a:ln w="12700">
            <a:solidFill>
              <a:srgbClr val="3DA5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9320" y="1874520"/>
            <a:ext cx="2514600" cy="457200"/>
          </a:xfrm>
          <a:prstGeom prst="rect">
            <a:avLst/>
          </a:prstGeom>
          <a:solidFill>
            <a:srgbClr val="3DA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/  elif  /  else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17336" y="2423160"/>
            <a:ext cx="22585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value and branch the story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187952"/>
            <a:ext cx="8138160" cy="146304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4224528"/>
            <a:ext cx="8138160" cy="128016"/>
          </a:xfrm>
          <a:prstGeom prst="rect">
            <a:avLst/>
          </a:prstGeom>
          <a:solidFill>
            <a:srgbClr val="2E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453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variables working together — relationships, morality meters, inventory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1225</Words>
  <Application>Microsoft Macintosh PowerPoint</Application>
  <PresentationFormat>On-screen Show (16:9)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– Variables &amp; Tracking Choices</dc:title>
  <dc:subject>PptxGenJS Presentation</dc:subject>
  <dc:creator>PptxGenJS</dc:creator>
  <cp:lastModifiedBy>Babichenko, Dmitriy</cp:lastModifiedBy>
  <cp:revision>2</cp:revision>
  <dcterms:created xsi:type="dcterms:W3CDTF">2026-05-31T22:23:06Z</dcterms:created>
  <dcterms:modified xsi:type="dcterms:W3CDTF">2026-07-13T17:59:00Z</dcterms:modified>
</cp:coreProperties>
</file>