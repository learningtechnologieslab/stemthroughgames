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06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Day 12! Today students will build a Heads-Up Display in Minecraft Education Edition using Scoreboards and MakeCode event handlers. Briefly recap Day 11 (basic movement and world events) before diving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list elements they see in Minecraft's default HUD: health hearts (bottom left), hunger bar, XP bar, hotbar. Then ask: what HUD elements would you add to a custom Minecraft mini-game? This bridges their game-player experience to today's programming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goals. Emphasize that Minecraft's Scoreboard system is the equivalent of Godot's CanvasLayer + Label hierarchy — it's the game engine's built-in HUD framework. Today they'll control it programmatically.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open Minecraft Education Edition and open their Day 11 world. Walk through each chat command one at a time. After running setdisplay sidebar, the sidebar should appear on the right of the screen even with a score of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MakeCode from the Minecraft pause menu. Switch to JavaScript view (not Blocks) for this demo. Walk through each event handler. Emphasize that event-driven programming is very similar to Godot's signal/connect system — an event fires, a handler runs, the HUD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flow diagram on the whiteboard alongside this slide. Have students trace the data flow verbally: 'I pick up dirt → onItemPickedUp fires → handler adds 10 → executeCommand updates the scoreboard → sidebar number changes.' This is the same signal flow as Godot, just with different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demo: type in the chat '/scoreboard players set @p score 42' (using the string form). Then in MakeCode show playerScore += 10 (using the integer). Ask: why can't we just use the string everywhere? Because we can't do math on strings. JavaScript's + operator both adds numbers AND concatenates strings depending on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timer: Minecraft runs at 20 ticks per second, so 60 seconds = 1200 ticks. The loops.everyInterval(50) fires every 50 ms ≈ 1 tick. The linear function y = b - x is the key math concept — ask students what the slope is (-1 per tick) and what the y-intercept represents (starting value 1200).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5 minutes. Collect the exit ticket cards. Quick check: anyone who can't answer question 3 needs follow-up on string concatenation. Question 4 (remaining = MAX - elapsed, MAX = 90 * 20 = 1800 ticks or remaining_seconds = 90 - elapsed_seconds) shows deeper conceptual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65760" y="320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6AAD3D"/>
                </a:solidFill>
              </a:rPr>
              <a:t>STEM THROUGH GAMES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5760" y="1298448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Score, UI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&amp; HUD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365760" y="2834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EDDA"/>
                </a:solidFill>
              </a:rPr>
              <a:t>Focus: Data Display and Math Feedback</a:t>
            </a:r>
            <a:endParaRPr lang="en-US" sz="1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315200" y="18288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EDDA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What's on a Game HUD?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</a:rPr>
              <a:t>Look at Minecraft's interface. What information do you see on-screen?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280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709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Health / HP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20482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Player's remaining hearts (0-20)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572768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89280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95928" y="1709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Score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995928" y="20482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Points tracked via Scoreboard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572768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89280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76288" y="1709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Timer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876288" y="20482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Countdown or elapsed time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2990088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31012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31272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Mini-map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15568" y="346557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World or level overview (mods)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46120" y="2990088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310128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95928" y="31272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Hotbar / Items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995928" y="346557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Inventory slots &amp; quantities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65760" y="448056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502920" y="4507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4D0F"/>
                </a:solidFill>
              </a:rPr>
              <a:t>Think: Why does Minecraft display hearts and hunger on-screen instead of hiding them in a menu?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4D0F"/>
          </a:solidFill>
          <a:ln w="12700">
            <a:solidFill>
              <a:srgbClr val="1E4D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Today's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Goals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</a:rPr>
              <a:t>Day 12  |  Score, UI &amp; HUD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0" y="22860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18688" y="393192"/>
            <a:ext cx="493776" cy="493776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18688" y="3931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22192" y="2834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Build the HUD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22192" y="5760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Create Scoreboard objectives and display them on the sidebar in Minecraft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161288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325880"/>
            <a:ext cx="493776" cy="493776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22192" y="12161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Write MakeCode Handlers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22192" y="1508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Code event handlers that update scoreboards using JavaScript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2093976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2258568"/>
            <a:ext cx="493776" cy="493776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18688" y="2258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22192" y="21488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Connect Events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22192" y="24414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Fire item-pickup and player-hurt events that update the HUD in real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026664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3191256"/>
            <a:ext cx="493776" cy="493776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18688" y="31912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22192" y="30815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Explain Data Types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22192" y="337413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Describe the difference between integer 42 and string "42"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3959352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18688" y="4123944"/>
            <a:ext cx="493776" cy="493776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18688" y="4123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22192" y="40142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Math Formula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22192" y="430682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Apply remaining_seconds = 60 − elapsed_seconds to build a countdown timer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EDDA"/>
                </a:solidFill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Create the HUD: Scoreboard 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</a:rPr>
              <a:t>Run these commands in the Minecraft chat (press T):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/scoreboard objectives add score dummy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179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/scoreboard objectives add health dummy Health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/scoreboard objectives setdisplay sidebar score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2743200" cy="384048"/>
          </a:xfrm>
          <a:prstGeom prst="rect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Scoreboard Objectives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287121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Minecraft's built-in HUD data layer — tracks and displays player statistics on screen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395728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2395728"/>
            <a:ext cx="2743200" cy="38404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2395728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2441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dummy type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5848" y="287121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A manually updated score — we control it from code, not automatic game events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395728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2395728"/>
            <a:ext cx="2743200" cy="384048"/>
          </a:xfrm>
          <a:prstGeom prst="rect">
            <a:avLst/>
          </a:prstGeom>
          <a:solidFill>
            <a:srgbClr val="5B7DB1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2395728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5B7DB1"/>
          </a:solidFill>
          <a:ln w="1270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441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sidebar display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287121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Renders the scoreboard on the right side of the player's screen (the actual HUD!)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0F"/>
          </a:solidFill>
          <a:ln w="12700">
            <a:solidFill>
              <a:srgbClr val="1E4D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 ·  MakeCode Event Handlers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playerScore =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2870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playerHealth =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8531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score on item pickup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636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player.onItemPickedUp(DIRT,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419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()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playerScore += 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0985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gameplay.executeCommand(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2768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"/scoreboard players set @p score 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4551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playerScore)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6334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8117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9900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health when hurt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16839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player.onEntityHurt(PLAYER,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3467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() {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5250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playerHealth -=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7033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gameplay.executeCommand(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8816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"/scoreboard players set @p health 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05993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playerHealth)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23824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8503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→  Declare variables with initial values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1572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→  Event fires when item is picked up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→  Arithmetic: adds 10 to running total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2286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→  Build command string with 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108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→  @p = nearest player selector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9776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D4EDDA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0F"/>
                </a:solidFill>
              </a:rPr>
              <a:t>   str concat: "/score " + 42  →  "/score 42"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 ·  Events → HUD: Minecraft vs. Godot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1E4D0F"/>
          </a:solidFill>
          <a:ln w="12700">
            <a:solidFill>
              <a:srgbClr val="1E4D0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Minecraft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player.onItemPickedUp()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player.onEntityHurt()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5B7DB1"/>
          </a:solidFill>
          <a:ln w="12700">
            <a:solidFill>
              <a:srgbClr val="5B7DB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MakeCode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Handler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()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865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playerScore += 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executeCommand(...)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Scoreboard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(HUD)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/scoreboard players set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1865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 score 42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sidebar updates!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87168" y="1691640"/>
            <a:ext cx="969264" cy="0"/>
          </a:xfrm>
          <a:prstGeom prst="line">
            <a:avLst/>
          </a:prstGeom>
          <a:noFill/>
          <a:ln w="3175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15819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C2F"/>
                </a:solidFill>
              </a:rPr>
              <a:t>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87568" y="1691640"/>
            <a:ext cx="969264" cy="0"/>
          </a:xfrm>
          <a:prstGeom prst="line">
            <a:avLst/>
          </a:prstGeom>
          <a:noFill/>
          <a:ln w="3175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10528" y="15819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C2F"/>
                </a:solidFill>
              </a:rPr>
              <a:t>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5786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0F"/>
                </a:solidFill>
              </a:rPr>
              <a:t>Comparison: Godot Signals vs. Minecraft Events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898648"/>
            <a:ext cx="2743200" cy="457200"/>
          </a:xfrm>
          <a:prstGeom prst="rect">
            <a:avLst/>
          </a:prstGeom>
          <a:solidFill>
            <a:srgbClr val="4A7C2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898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Godot Signals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27248" y="2898648"/>
            <a:ext cx="3474720" cy="457200"/>
          </a:xfrm>
          <a:prstGeom prst="rect">
            <a:avLst/>
          </a:prstGeom>
          <a:solidFill>
            <a:srgbClr val="4A7C2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72968" y="28986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Events (MakeCode)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0256" y="2898648"/>
            <a:ext cx="2011680" cy="457200"/>
          </a:xfrm>
          <a:prstGeom prst="rect">
            <a:avLst/>
          </a:prstGeom>
          <a:solidFill>
            <a:srgbClr val="4A7C2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65976" y="28986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5584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355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score_changed(new_score)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27248" y="3355848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172968" y="3355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player.onItemPickedUp(DIRT, fn)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20256" y="3355848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65976" y="3355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the trigger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813048"/>
            <a:ext cx="2743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813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emit_signal("score_changed", score)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27248" y="3813048"/>
            <a:ext cx="3474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72968" y="3813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gameply.executeCommand("/scoreboard...")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20256" y="3813048"/>
            <a:ext cx="20116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65976" y="3813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 the update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27024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1480" y="4270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$Player.score_changed.connect($HUD...)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27248" y="4270248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172968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 body runs when event fires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20256" y="4270248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65976" y="4270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trigger → action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792252"/>
            <a:ext cx="8412480" cy="27432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48105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4D0F"/>
                </a:solidFill>
              </a:rPr>
              <a:t>Why use events instead of checking variables every frame? (Think: efficiency, readability, responsiveness)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AAD3D"/>
                </a:solidFill>
              </a:rPr>
              <a:t>MATH CONNECTION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0175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Integers vs. Strings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</a:rPr>
              <a:t>Why does Minecraft store  playerScore = 42  differently from  "/scoreboard ... 42" 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D4EDDA"/>
          </a:solidFill>
          <a:ln w="12700">
            <a:solidFill>
              <a:srgbClr val="4A7C2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76141" y="114300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FFF8F0"/>
          </a:solidFill>
          <a:ln w="12700">
            <a:solidFill>
              <a:srgbClr val="8B451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0F"/>
                </a:solidFill>
              </a:rPr>
              <a:t>Integer:  playerScore = 42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13301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</a:rPr>
              <a:t>String:  "/scoreboard ... 42"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as a binary number in 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playerScore += 10  →  52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140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playerScore * 2     →  84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playerScore &gt; 50   →  false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82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Used in calculations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3301" y="1645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as sequence of characters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13301" y="2029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"/score " + "42"  →  "/score 42"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13301" y="24140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"42" + "10"  →  "4210" 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13301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use &gt;, &lt;, + for math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13301" y="3182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Used for commands / display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58768" y="2514600"/>
            <a:ext cx="987552" cy="640080"/>
          </a:xfrm>
          <a:prstGeom prst="round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58768" y="25146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converts!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FFF9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60857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4400"/>
                </a:solidFill>
              </a:rPr>
              <a:t>  Real world: A scoreboard stores score = 7 as a number (for tracking/comparison). The LED display shows "HOME: 7" as </a:t>
            </a:r>
            <a:r>
              <a:rPr lang="en-US" sz="1100" i="1">
                <a:solidFill>
                  <a:srgbClr val="664400"/>
                </a:solidFill>
              </a:rPr>
              <a:t>text </a:t>
            </a:r>
            <a:r>
              <a:rPr lang="en-US" sz="1100" i="1">
                <a:solidFill>
                  <a:srgbClr val="664400"/>
                </a:solidFill>
                <a:sym typeface="Wingdings" pitchFamily="2" charset="2"/>
              </a:rPr>
              <a:t></a:t>
            </a:r>
            <a:r>
              <a:rPr lang="en-US" sz="1100" i="1">
                <a:solidFill>
                  <a:srgbClr val="664400"/>
                </a:solidFill>
              </a:rPr>
              <a:t> </a:t>
            </a:r>
            <a:r>
              <a:rPr lang="en-US" sz="1100" i="1" dirty="0">
                <a:solidFill>
                  <a:srgbClr val="664400"/>
                </a:solidFill>
              </a:rPr>
              <a:t>same idea!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2D2D"/>
                </a:solidFill>
              </a:rPr>
              <a:t>CHALLENGE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</a:rPr>
              <a:t>Add a Countdown Timer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E4D0F"/>
          </a:solidFill>
          <a:ln w="12700">
            <a:solidFill>
              <a:srgbClr val="1E4D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remaining_seconds  =  60  −  elapsed_seconds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49047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MAX_TICKS = 1200  // 60 sec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66878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elapsedTicks = 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84708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timerRunning = true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02539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20370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loops.everyInterval(50, function ()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38201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(timerRunning) {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56032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elapsedTicks += 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73862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rem = MAX_TICKS - elapsedTicks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91693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secs = Math.floor(rem / 20)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09524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(rem &lt;= 0) {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27355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timerRunning = false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4518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363016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gameplay.executeCommand(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80847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"/scoreboard players set"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98678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 " @p timer " + secs)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416509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43434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1417320"/>
            <a:ext cx="3291840" cy="10241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87568" y="1508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0F"/>
                </a:solidFill>
              </a:rPr>
              <a:t>Linear Function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568" y="1837944"/>
            <a:ext cx="307238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y = b − x where b = 1200 and x (elapsedTicks) grows each tick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2560318"/>
            <a:ext cx="3291840" cy="91539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87568" y="265175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0F"/>
                </a:solidFill>
              </a:rPr>
              <a:t>Zero Condition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87568" y="2980942"/>
            <a:ext cx="3072384" cy="494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When elapsed = 1200, remaining = 0. Game-over triggers here!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3592009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87568" y="3683449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0F"/>
                </a:solidFill>
              </a:rPr>
              <a:t>20 ticks = 1 sec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87568" y="4012633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Minecraft runs at 20 ticks/second. Math.floor() truncates decimals.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Bonus: Flash warning title when &lt; 10s  |  Pause on death  |  Display MM:SS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D0F"/>
          </a:solidFill>
          <a:ln w="12700">
            <a:solidFill>
              <a:srgbClr val="1E4D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EDDA"/>
                </a:solidFill>
              </a:rPr>
              <a:t>EXIT TICKET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In your journal, answer before you leave: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512064" cy="512064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987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Sketch your HUD layout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785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Label each scoreboard objective and its role in the Minecraft sidebar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512064" cy="512064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960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987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Integer 42  vs.  String "42"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481328"/>
            <a:ext cx="3785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Write one sentence explaining the difference in your own words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512064" cy="512064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0449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Write the MakeCode 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538728"/>
            <a:ext cx="3785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Which executeCommand() call produces "health 75" on the scoreboard?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512064" cy="512064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3017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30449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Challenge formula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3538728"/>
            <a:ext cx="3785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Write the formula for remaining_seconds if the game starts with 90 seconds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1424</Words>
  <Application>Microsoft Macintosh PowerPoint</Application>
  <PresentationFormat>On-screen Show (16:9)</PresentationFormat>
  <Paragraphs>180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Games: Day 12 – Score, UI &amp; HUD (Minecraft)</dc:title>
  <dc:subject>PptxGenJS Presentation</dc:subject>
  <dc:creator>PptxGenJS</dc:creator>
  <cp:lastModifiedBy>Babichenko, Dmitriy</cp:lastModifiedBy>
  <cp:revision>17</cp:revision>
  <dcterms:created xsi:type="dcterms:W3CDTF">2026-06-16T18:25:43Z</dcterms:created>
  <dcterms:modified xsi:type="dcterms:W3CDTF">2026-06-29T22:14:08Z</dcterms:modified>
</cp:coreProperties>
</file>