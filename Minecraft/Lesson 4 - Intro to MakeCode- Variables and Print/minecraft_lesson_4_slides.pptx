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758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today's goals: write real code in Minecraft Education using MakeCode, understand what variables are, and connect code to game mechanics.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what does Minecraft have to remember? Guide toward health, hunger, coordinates, time of day. Bridge: variables store all of this!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variable is like a labeled chest in Minecraft: the name on the sign never changes, but you can put anything inside and take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opening MakeCode inside Minecraft Education. Emphasize the JavaScript view (&lt;/&gt; toggle) so they can type code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type every line carefully. player.say() is the Minecraft equivalent of print() — the character speaks the value in a speech bubble in-game.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~15 minutes to experiment. Walk the room and ask questions. Push early finishers to the D challenge and extension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operator to a real Minecraft mechanic. Students understand these from playing the game — now they see the math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Facilitate a 5-minute discussion. The chest analogy resonates with Minecraft players — lean into it!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answer verbally or in their coding notebooks. The confidence check helps you gauge who needs support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finishers can work through all three tiers. The ★★★ challenge is open-ended and connects to the culminating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the lesson. Preview Day 5 (conditionals/if-else) and let students know their variables from today will power the decision-making logic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5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Through Games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MakeCode: Variables &amp; Print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4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Variables as Game Data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06324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MakeCode JS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1880" y="306324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1188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Variables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306324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player.say()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 ·  10 minutes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4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of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data does Minecraft need to remember about your world?"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D4EDDA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/ Hearts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Player's remaining hit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7373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D4EDDA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Hunger Level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834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full the player 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7373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D4EDDA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834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and block counts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17373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D4EDDA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7512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2834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X, Y, Z position in the world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write code that stores this data — using variables.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C33"/>
          </a:solidFill>
          <a:ln w="12700">
            <a:solidFill>
              <a:srgbClr val="0F5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VARIABLE?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E8F5E9"/>
          </a:solidFill>
          <a:ln w="254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5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stored inside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FF8E1"/>
          </a:solidFill>
          <a:ln w="254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5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playerName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1600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"Hero"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stored inside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 w="254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5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1600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stored inside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E8E8E8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(Label)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the box.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sign on a chest.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01752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E8E8E8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(Contents)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34747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stored inside.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change anytime.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01752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E8E8E8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(=)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34747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Puts a value in.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score = 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  ·  Step 1 of 3: Open MakeCode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548640" cy="54864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Minecraft Education Edition and open or create a world.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548640" cy="54864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'C' to open the Code Builder — then select MakeCode.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548640" cy="54864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74320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MakeCode, click the &lt;/&gt; button to switch to JavaScript view.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548640" cy="54864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61188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editor opens! You'll see: let agent = ... — you're ready to code.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4EDDA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code — don't paste! Typing builds muscle memory.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  ·  Step 2 of 3: Write &amp; Run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this script exactly — every character matters: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2560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playerName = "Hero"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465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health = 100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756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048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7340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player.say(playerName)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player.say("Health: " + health)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3924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player.say("Score: " + score)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554480"/>
            <a:ext cx="457200" cy="0"/>
          </a:xfrm>
          <a:prstGeom prst="line">
            <a:avLst/>
          </a:prstGeom>
          <a:noFill/>
          <a:ln w="19050">
            <a:solidFill>
              <a:srgbClr val="1B8A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20640" y="141732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D4EDDA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66360" y="14173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3 variables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2523744"/>
            <a:ext cx="457200" cy="0"/>
          </a:xfrm>
          <a:prstGeom prst="line">
            <a:avLst/>
          </a:prstGeom>
          <a:noFill/>
          <a:ln w="19050">
            <a:solidFill>
              <a:srgbClr val="1B8A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20640" y="2386584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D4EDDA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66360" y="238658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says each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in the game world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the ▶ Run button — your Minecraft character says each value in the game world!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  ·  Step 3 of 3: Explore &amp; Modify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E8E8E8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57200" cy="45720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698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your name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374904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playerName = "YourName"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in the game?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E8E8E8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457200" cy="45720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0698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the health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1581912"/>
            <a:ext cx="374904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581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= 50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1305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number does the character say?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E8E8E8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063240"/>
            <a:ext cx="457200" cy="45720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035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the score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374904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5478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score + 10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965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score now? What math happened?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E8E8E8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035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damage!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92040" y="3547872"/>
            <a:ext cx="374904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35478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= health - 25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40965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this connect to combat in Minecraft?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C33"/>
          </a:solidFill>
          <a:ln w="12700">
            <a:solidFill>
              <a:srgbClr val="0F5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CONNECTION  ·  10 minutes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store numbers. Everything Minecraft tracks is math.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493776"/>
          </a:xfrm>
          <a:prstGeom prst="rect">
            <a:avLst/>
          </a:prstGeom>
          <a:solidFill>
            <a:srgbClr val="1B8A4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53896"/>
            <a:ext cx="411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53896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45389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MakeCode 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45389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Meaning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11096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947672"/>
            <a:ext cx="411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947672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194767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score + 10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94767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Earning XP / points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04872"/>
            <a:ext cx="8229600" cy="493776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441448"/>
            <a:ext cx="411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441448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244144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= health - 25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44144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Taking damage (hearts)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898648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935224"/>
            <a:ext cx="411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935224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2935224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speed *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935224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boost from potion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392424"/>
            <a:ext cx="8229600" cy="493776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429000"/>
            <a:ext cx="411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429000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86000" y="3429000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coins = coins /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3429000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Splitting items equally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922776"/>
            <a:ext cx="411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3922776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286000" y="392277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% 10 == 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392277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10th point milestone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CLOSING  ·  5 minutes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is a variable like a chest in Minecraft?"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4EDDA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chest labeled "Health" holds 100 diamonds. You take damage → open the chest, remove 25, and you have 75 left. The label on the chest never changes - only what's inside does.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15768"/>
            <a:ext cx="384048" cy="384048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3 variables would you need for a custom Minecraft survival game?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74136"/>
            <a:ext cx="384048" cy="384048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310128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variable store words AND numbers? What did you notice in the code?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032504"/>
            <a:ext cx="384048" cy="384048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968496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happen to your Minecraft world if it forgot the time of day?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5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these before you go: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673352"/>
            <a:ext cx="457200" cy="45720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7269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Write one variable your dream Minecraft world would need. What value would it start with?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560320"/>
            <a:ext cx="457200" cy="45720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487168"/>
            <a:ext cx="7269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What does player.say() do in MakeCode?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3447288"/>
            <a:ext cx="457200" cy="45720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374136"/>
            <a:ext cx="7269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Rate your confidence today:  Not yet / Getting it / Got it!</a:t>
            </a:r>
          </a:p>
          <a:p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133088"/>
            <a:ext cx="7269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CHALLENGES  ·  Early Finishers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E8E8E8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Variables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variables for level, lives, and enemyCount. Have your character say them all.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25146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242316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level 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lives = 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enemyCount = 10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E8E8E8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0515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15087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Mystery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player.say("" + (10 % 3))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output? Can you explain why?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3063240"/>
            <a:ext cx="25146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3090672"/>
            <a:ext cx="242316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player.say("" + (10 % 3))  // → 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E8E8E8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0" y="10515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80760" y="15087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Challenge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9659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variables for a Minecraft character's story. Have them narrate an intro scene.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25146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3090672"/>
            <a:ext cx="242316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questName = "The Lost Key"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bossName = "Ender Dragon"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all three? Start designing the variables for YOUR Minecraft project!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5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learned today: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92608" cy="292608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MakeCode inside Minecraft Education Edition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292608" cy="292608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7556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variables with let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292608" cy="292608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2768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player.say() to see output in the game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7980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math operators to Minecraft mechanics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292608" cy="292608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3192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variables using the chest analogy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CSTA 2-AP-11  ·  CCSS 6.EE.A.2  ·  6.EE.B.6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ED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work today, coders!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1111</Words>
  <Application>Microsoft Macintosh PowerPoint</Application>
  <PresentationFormat>On-screen Show (16:9)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— Day 4 — MakeCode Variables &amp; Print (Minecraft)</dc:title>
  <dc:subject>PptxGenJS Presentation</dc:subject>
  <dc:creator>PptxGenJS</dc:creator>
  <cp:lastModifiedBy>Babichenko, Dmitriy</cp:lastModifiedBy>
  <cp:revision>10</cp:revision>
  <dcterms:created xsi:type="dcterms:W3CDTF">2026-06-16T15:27:18Z</dcterms:created>
  <dcterms:modified xsi:type="dcterms:W3CDTF">2026-06-29T02:08:00Z</dcterms:modified>
</cp:coreProperties>
</file>