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03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457200" y="10972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Loops, Timers &amp;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Spawning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8E6C9"/>
                </a:solidFill>
              </a:rPr>
              <a:t>Focus: Loops and Repeated Game Events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11680" y="320040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94560" y="3236976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(let i = 0; i &lt; 5; i++)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spawnCoin(i)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8E6C9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120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By the End of Today, You Will…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2E7D3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8912" y="120700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120700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Use for and while loops to repeat actions in a Minecraft world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2E7D3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" y="187452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187452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Spawn multiple mobs and items using loops and MakeCode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2E7D3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" y="25420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254203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Set up game.runInterval() for timed in-game events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2E7D3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" y="320954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" y="3209544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Use Math.randomRange() to place objects at random coordinates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81304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2E7D3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" y="387705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877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3877056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Explain how loops and timers escalate game challenge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WARM-UP  ·  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41982" y="0"/>
            <a:ext cx="58362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</a:rPr>
              <a:t>"Say the word JUMP five times without stopping."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C8E6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</a:rPr>
              <a:t>That is a loop.  When do Minecraft events repeat?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" y="1682496"/>
            <a:ext cx="402336" cy="566928"/>
          </a:xfrm>
          <a:prstGeom prst="roundRect">
            <a:avLst>
              <a:gd name="adj" fmla="val 13636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682496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66420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Name a Minecraft mechanic that repeats. (mobs respawning, daylight cycle, crops growing)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32888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" y="2642616"/>
            <a:ext cx="402336" cy="566928"/>
          </a:xfrm>
          <a:prstGeom prst="roundRect">
            <a:avLst>
              <a:gd name="adj" fmla="val 13636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" y="2642616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62432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What would happen if zombies only spawned once? Would nighttime still be scary?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2064" y="3602736"/>
            <a:ext cx="402336" cy="566928"/>
          </a:xfrm>
          <a:prstGeom prst="roundRect">
            <a:avLst>
              <a:gd name="adj" fmla="val 13636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" y="3602736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5844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How might you tell a computer to do something 5 times in MakeCode?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8E6C9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51760" y="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Terms for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Repeats code a known number of times: for (let i=0; i&lt;5; i++)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005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3350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Repeats code as long as a condition remains 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mobs.spawn()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52374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Creates a new mob at given world coordinates in MakeCode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10312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game.runInterval()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52374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Runs a code block repeatedly at a fixed tick interval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383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Math.randomRange(a,b)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71246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Returns a random integer between a and b, inclusive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383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/summon command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71246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Minecraft slash command that spawns an entity at set coordinates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DIRECT INSTRUCTION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For Loops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97680" cy="1920240"/>
          </a:xfrm>
          <a:prstGeom prst="roundRect">
            <a:avLst>
              <a:gd name="adj" fmla="val 5714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9319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loop structure
</a:t>
            </a: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0; i &lt; 5; i++) {
</a:t>
            </a:r>
            <a:r>
              <a:rPr lang="en-US" sz="12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player.say("Count: " + i)
</a:t>
            </a:r>
            <a:r>
              <a:rPr lang="en-US" sz="12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0, 1, 2, 3,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960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5  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960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runs the loop 5 times (0–4)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5270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 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527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increments the counter each iteration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093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indented block  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093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runs once per value of 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297680" cy="1463040"/>
          </a:xfrm>
          <a:prstGeom prst="roundRect">
            <a:avLst>
              <a:gd name="adj" fmla="val 7500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mobsSpawned = 0
</a:t>
            </a: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(mobsSpawned &lt; 3) {
</a:t>
            </a:r>
            <a:r>
              <a:rPr lang="en-US" sz="12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mobs.spawn(ZOMBIE, pos(0,0,0))
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mobsSpawned +=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160520" cy="146304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3017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</a:rPr>
              <a:t>while loop — keep repeating UNTIL false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38328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Always make sure the while condition can become false — otherwise you get an infinite loop and Minecraft freezes!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ACTIVITY 1  ·  FOR LOOPS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Spawn 5 Diamonds at Random Positions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846320" cy="1965960"/>
          </a:xfrm>
          <a:prstGeom prst="roundRect">
            <a:avLst>
              <a:gd name="adj" fmla="val 5581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45720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 5 diamonds at random positions
</a:t>
            </a: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0; i &lt; 5; i++) {
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</a:t>
            </a:r>
            <a:r>
              <a:rPr lang="en-US" sz="12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Math.randomRange(2, 18)
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</a:t>
            </a:r>
            <a:r>
              <a:rPr lang="en-US" sz="12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Math.randomRange(2, 18)
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blocks.place(DIAMOND, world(x, 64, z))
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896112"/>
            <a:ext cx="365760" cy="384048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8961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on chat "spawn" triggers the loop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371600"/>
            <a:ext cx="365760" cy="384048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0" y="13716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Math.randomRange(2,18) picks random X and 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847088"/>
            <a:ext cx="365760" cy="384048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0" y="18470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1865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blocks.place() sets a diamond at that position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2322576"/>
            <a:ext cx="365760" cy="384048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0" y="23225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2340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add to chat command so students can trigger 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0" y="2798064"/>
            <a:ext cx="365760" cy="384048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27980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28163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Loop runs 5×  →  5 diamonds created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127248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C8E6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172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Key Concept:  The loop doesn't know the positions in advance — each diamond lands somewhere new every run. That's procedural world generation.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82219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867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Remember: on chat command must be added in MakeCode and the player must type the trigger word in Minecraft chat to fire the loop.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ACTIVITY 2  ·  TIMED SPAWNING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Spawn a Zombie Every 3 Seconds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In MakeCode: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1280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Open MakeCode editor linked to your Minecraft world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" y="17373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Switch to JavaScript 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" y="2194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Set interval to 60 ticks (≈ 3 seconds)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" y="26517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Test in-world — switch to Survival/Adventure mode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636133"/>
            <a:ext cx="8595360" cy="1417320"/>
          </a:xfrm>
          <a:prstGeom prst="roundRect">
            <a:avLst>
              <a:gd name="adj" fmla="val 7742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90997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 a zombie every 3 seconds (60 ticks)
</a:t>
            </a:r>
            <a:r>
              <a:rPr lang="en-US" sz="12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game.runInterval(</a:t>
            </a: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
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</a:t>
            </a:r>
            <a:r>
              <a:rPr lang="en-US" sz="12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Math.randomRange(2, 18)
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</a:t>
            </a:r>
            <a:r>
              <a:rPr lang="en-US" sz="12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Math.randomRange(2, 18)
</a:t>
            </a: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mobs.spawn(ZOMBIE, world(x, 64, z))
</a:t>
            </a:r>
            <a:r>
              <a:rPr lang="en-US" sz="12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60)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6048" y="969264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game.runInterval()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131673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</a:rPr>
              <a:t>every 60 ticks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1618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5E20"/>
                </a:solidFill>
              </a:rPr>
              <a:t>▼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81091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1929384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 fires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227685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</a:rPr>
              <a:t>after each interval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2539253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5E20"/>
                </a:solidFill>
              </a:rPr>
              <a:t>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2731277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56048" y="2849749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mobs.spawn()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56048" y="3197221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</a:rPr>
              <a:t>creates new zombie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MATH CONNECTION  ·  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Probability &amp; Random Numbers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961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Math.randomRange(2, 18)   →   random integer from 2 to 18 inclusive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C8E6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Q:  How wide is the range?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572768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62763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A:  18 − 2 + 1 = 17 possible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C8E6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Q:  Probability for any single column?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2414016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A:  P = 1 ÷ 17 ≈ 5.9%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55264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C8E6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3101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Q:  Spawn 5 diamonds — how many land in columns 2–8?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3255264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3101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A:  Range = 7 units  →  7/17 × 5 ≈ 2 diamonds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2062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74F"/>
                </a:solidFill>
              </a:rPr>
              <a:t>Real-World Connection:  Game designers use probability distributions to control difficulty — smarter mob AI spawns near the player, not uniformly at random.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8E6C9"/>
                </a:solidFill>
              </a:rPr>
              <a:t>GAME NARRATIVE  ·  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Mechanics Create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E6C9"/>
                </a:solidFill>
              </a:rPr>
              <a:t>Game narrative in Minecraft is not just books or signs — it is built into the mechanics.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545336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Escalating mob spawns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60520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7F17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3168" y="1545336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Rising action &amp; mounting threat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203704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positioning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7F17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63440" y="216712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220370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The world feels alive &amp; unpredictable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825496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86207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Interval speeds 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7F17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2825496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2862072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Communicates urgency without dialogue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83864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52044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Player overwhelmed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35570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7F17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3483864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3168" y="352044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The narrative climax — built from code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F57F1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22452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Design Prompt:  Building a zombie village siege? How would you use runInterval() and loops to tell that story through gameplay?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EXTENSION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i="1" dirty="0">
                <a:solidFill>
                  <a:srgbClr val="C8E6C9"/>
                </a:solidFill>
              </a:rPr>
              <a:t>Fast Finishers &amp; Advanced Learners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3408" y="1042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</a:rPr>
              <a:t>Dynamic Difficulty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Decrease the tick interval each wave so mobs spawn faster as the game progresses. Track waves with a variable.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03968" y="1042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Wave 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4813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Count how many times the interval has fired. Double the number of spawned mobs every 5th wave.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3408" y="28254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A047"/>
                </a:solidFill>
              </a:rPr>
              <a:t>Score 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2644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Add a score variable. Increase it when the player collects a diamond. Display it on a scoreboard.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3968" y="28254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Research Bonus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2644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What is a Poisson process? Research how game studios use probability models for procedural spawn systems.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DIFFERENTIATION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E6C9"/>
                </a:solidFill>
              </a:rPr>
              <a:t>Meeting Every Learner Where They 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9FFF9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834640" cy="530352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2834640" cy="530352"/>
          </a:xfrm>
          <a:prstGeom prst="round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896112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Support / ELL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Pre-written MakeCode with blanks to fill 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Pair with a peer for Activity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Visual loop diagram handout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3697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Block editor accepted (not just JavaScript)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80390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Pseudocode ok on exit ticket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896112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9FFF9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896112"/>
            <a:ext cx="2834640" cy="5303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896112"/>
            <a:ext cx="2834640" cy="530352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73552" y="896112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On Grade Level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153619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Complete both activities independently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10312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Attempt one extension challenge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67004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Discuss math probability with a partner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23697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Test and debug own code in-world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896112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9FFF9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896112"/>
            <a:ext cx="2834640" cy="5303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896112"/>
            <a:ext cx="2834640" cy="530352"/>
          </a:xfrm>
          <a:prstGeom prst="round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99632" y="896112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Advanced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153619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Build a dynamic difficulty system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10312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Research Poisson process spawning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67004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Add a multi-wave system with score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23697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• Help a peer who is stuck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REFLECTION  ·  5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7440" y="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Reflection &amp; Exit Ticket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585216"/>
          </a:xfrm>
          <a:prstGeom prst="roundRect">
            <a:avLst>
              <a:gd name="adj" fmla="val 15625"/>
            </a:avLst>
          </a:prstGeom>
          <a:solidFill>
            <a:srgbClr val="C8E6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E7D32"/>
                </a:solidFill>
              </a:rPr>
              <a:t>"How do loops and timed events create the feeling of an escalating challenge in Minecraft?"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</a:rPr>
              <a:t>Exit Ticket — Answer Before You Go: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21214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What is the difference between a for loop and a while loop? Give one Minecraft example of each.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27797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76148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Write one line of MakeCode that places a block at a random X coordinate between 1 and 15.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34381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41985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In your own words: what does game.runInterval() do and why is it useful for mob spawning?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00507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078224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How would you use loops and timers to make a Minecraft wave-survival game harder over time?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1239</Words>
  <Application>Microsoft Macintosh PowerPoint</Application>
  <PresentationFormat>On-screen Show (16:9)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10 – Minecraft Edition</dc:title>
  <dc:subject>PptxGenJS Presentation</dc:subject>
  <dc:creator>PptxGenJS</dc:creator>
  <cp:lastModifiedBy>Babichenko, Dmitriy</cp:lastModifiedBy>
  <cp:revision>15</cp:revision>
  <dcterms:created xsi:type="dcterms:W3CDTF">2026-06-16T18:01:40Z</dcterms:created>
  <dcterms:modified xsi:type="dcterms:W3CDTF">2026-06-29T12:45:06Z</dcterms:modified>
</cp:coreProperties>
</file>