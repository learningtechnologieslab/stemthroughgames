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37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5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86200" y="1627632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65760" y="22422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Player: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65760" y="28366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&amp; Vectors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65760" y="38245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Education Edition  •  MakeCode JavaScript  •  Agent Programming  •  Vector Mathematics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36924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38753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436924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374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43716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36924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558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43716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436924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43716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0120" y="1572768"/>
            <a:ext cx="7772400" cy="502920"/>
          </a:xfrm>
          <a:prstGeom prst="rect">
            <a:avLst/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591056"/>
            <a:ext cx="7589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velocity as speed + direction (a vector)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240280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258568"/>
            <a:ext cx="7589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an Agent using MakeCode chat commands in Minecraft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2907792"/>
            <a:ext cx="7772400" cy="502920"/>
          </a:xfrm>
          <a:prstGeom prst="rect">
            <a:avLst/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7589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2D math vectors to real-world block movement on X and Z axes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0120" y="3575304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3593592"/>
            <a:ext cx="7589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how changing the speed variable changes the Agent's movement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24281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261104"/>
            <a:ext cx="502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0120" y="4242816"/>
            <a:ext cx="7772400" cy="502920"/>
          </a:xfrm>
          <a:prstGeom prst="rect">
            <a:avLst/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4261104"/>
            <a:ext cx="7589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Minecraft's coordinate system maps to mathematical vectors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on Minecraft's Coordinate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1D (Number Line)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at X = 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+3 blocks East.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land?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5 + 3 = X=8 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618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2D Horizontal Plane (X, Z)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(X=2, Z=3)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by vector (4, −1)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land?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408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(2+4, 3+(−1)) = (X=6, Z=2) 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Axes: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D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 = East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D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−X = West  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4930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+Z = South  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8404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−Z = North  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4930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+Y = Up  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−Y = Down  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D7A1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6360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does a negative Z value mean? If direction = (0, 0), is the Agent moving?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CONCEPTS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Vector?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= a quantity that has BOTH  magnitude (size)  AND  direction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Minecraft, each Agent.move() adds a unit vector to its position!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4CAF5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432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speed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6576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3685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(+1, 0, 0)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77440" y="21945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8D6E6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3317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West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37744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speed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14600" y="36576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514600" y="3685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(−1, 0, 0)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80560" y="21945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37474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3317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056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↓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48056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speed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17720" y="36576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617720" y="3685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+1)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583680" y="219456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00695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3317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836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North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58368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speed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720840" y="36576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720840" y="3685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−1)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Minecraft: X is East/West  |  Z is North/South  |  Y is Up/Down (altitude)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movement.js  —  MakeCode JavaScript (Minecraft Education Edition)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12700">
            <a:solidFill>
              <a:srgbClr val="1D7A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speed =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27786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player.onChat('moveEast', function() {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27650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(let i = 0; i &lt; speed; i++) {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525219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agent.move(SixDirection.East, 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22653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7137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player.onChat('moveNorth', function() 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520086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(let i = 0; i &lt; speed; i++) {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768803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agent.move(SixDirection.North, 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266237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51495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player.onChat('moveDiag', function()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6367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(let i = 0; i &lt; speed; i++) {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012387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agent.move(SixDirection.East, 1)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26110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agent.move(SixDirection.South, 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509821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75853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530352"/>
            <a:ext cx="2423160" cy="237744"/>
          </a:xfrm>
          <a:prstGeom prst="roundRect">
            <a:avLst>
              <a:gd name="adj" fmla="val 19231"/>
            </a:avLst>
          </a:prstGeom>
          <a:solidFill>
            <a:srgbClr val="2A3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01968" y="53949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blocks per command (= speed scalar)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1024128"/>
            <a:ext cx="2423160" cy="237744"/>
          </a:xfrm>
          <a:prstGeom prst="roundRect">
            <a:avLst>
              <a:gd name="adj" fmla="val 19231"/>
            </a:avLst>
          </a:prstGeom>
          <a:solidFill>
            <a:srgbClr val="2A3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01968" y="103327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command → triggers movement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1261872"/>
            <a:ext cx="2423160" cy="237744"/>
          </a:xfrm>
          <a:prstGeom prst="roundRect">
            <a:avLst>
              <a:gd name="adj" fmla="val 19231"/>
            </a:avLst>
          </a:prstGeom>
          <a:solidFill>
            <a:srgbClr val="2A3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01968" y="127101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speed times — controls distance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0" y="4517136"/>
            <a:ext cx="2423160" cy="237744"/>
          </a:xfrm>
          <a:prstGeom prst="roundRect">
            <a:avLst>
              <a:gd name="adj" fmla="val 19231"/>
            </a:avLst>
          </a:prstGeom>
          <a:solidFill>
            <a:srgbClr val="2A3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01968" y="452628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+ South each loop = diagonal vector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Line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252728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speed =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325880"/>
            <a:ext cx="365760" cy="38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86200" y="123444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77640" y="12527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— how many blocks the Agent moves per command (the speed scalar)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984248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player.onChat('moveEast'...)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057400"/>
            <a:ext cx="365760" cy="38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86200" y="196596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77640" y="198424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a chat command — type 'moveEast' in game chat to trigger the block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715768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speed...)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2788920"/>
            <a:ext cx="365760" cy="38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274320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86200" y="269748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77640" y="27157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'speed' times — more loops = farther total movement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447288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agent.move(SixDirection...)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520440"/>
            <a:ext cx="365760" cy="38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347472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886200" y="342900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77640" y="344728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the Agent 1 block in the named direction — like a unit vector × 1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A1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4178808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East + South (moveDiag)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4251960"/>
            <a:ext cx="365760" cy="38404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0" y="420624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886200" y="416052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77640" y="41788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two perpendicular directions — diagonal vector! (√2 × farther per step)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× Speed = Distance Moved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direction × speed   →   unit vector × scalar = displacement vector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011680" cy="34747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Vector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737360"/>
            <a:ext cx="1828800" cy="34747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737360"/>
            <a:ext cx="2194560" cy="34747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737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speed (3)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286000" cy="34747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Moved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201168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(+1, 0, 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0" y="2084832"/>
            <a:ext cx="18288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East →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0" y="2084832"/>
            <a:ext cx="219456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0" y="20848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(3×1, 0, 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084832"/>
            <a:ext cx="22860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0848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523744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52374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(−1, 0, 0)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0" y="2523744"/>
            <a:ext cx="1828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0" y="25237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West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0" y="2523744"/>
            <a:ext cx="21945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252374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(3×−1, 0, 0)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2523744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2523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2962656"/>
            <a:ext cx="201168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9626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+1)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286000" y="2962656"/>
            <a:ext cx="18288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0" y="29626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↓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0" y="2962656"/>
            <a:ext cx="219456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0" y="2962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3×1)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2962656"/>
            <a:ext cx="22860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29626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3401568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3401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−1)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286000" y="3401568"/>
            <a:ext cx="1828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0" y="34015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North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114800" y="3401568"/>
            <a:ext cx="21945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0" y="34015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3×−1)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09360" y="3401568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09360" y="34015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201168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(+1, 0, +1)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286000" y="3840480"/>
            <a:ext cx="18288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8600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↗ Diagonal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114800" y="3840480"/>
            <a:ext cx="219456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14800" y="3840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(3, 0, 3)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309360" y="3840480"/>
            <a:ext cx="2286000" cy="411480"/>
          </a:xfrm>
          <a:prstGeom prst="rect">
            <a:avLst/>
          </a:prstGeom>
          <a:solidFill>
            <a:srgbClr val="EA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0936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4.24 (√2 × 3!)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74320" y="4553712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457200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Problem: vector (+1,0,+1) has length √(1²+1²) = √2 ≈ 1.41 — so diagonal moves cover 41% MORE distance! Fix: round each direction to a unit component before multiplying.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6400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CHALLENGES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in Minecraft!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4160520" cy="228600"/>
          </a:xfrm>
          <a:prstGeom prst="rect">
            <a:avLst/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Slow Motion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'moveEast'. How does it feel? What game genre fits a slow agent?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490472"/>
            <a:ext cx="4160520" cy="228600"/>
          </a:xfrm>
          <a:prstGeom prst="rect">
            <a:avLst/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18888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792224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0328" y="18105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it. Is this fun? When would a map designer use extreme speed?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19272"/>
            <a:ext cx="4160520" cy="228600"/>
          </a:xfrm>
          <a:prstGeom prst="rect">
            <a:avLst/>
          </a:prstGeom>
          <a:solidFill>
            <a:srgbClr val="1D7A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Diagonal Test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21024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6393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moveDiag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blocks moved E and S. Is the total distance farther than a straight run of the same speed?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090672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3319272"/>
            <a:ext cx="416052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BONUS: Sprint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36393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×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0050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'sprint' command that loops speed × 2 times. How does the code change?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is a Design Choice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movement code — completely different experiences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558B2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1–2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9F9F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 Deliberate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Puzzle, Escape Room, Stealth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5361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3–5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0592" y="2084832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9F9F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&amp; Smooth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Adventure, Quest,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26864" y="1508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CAF5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5361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8–12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26864" y="2084832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9F9F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18304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Energetic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18304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Map, Parkour, Arena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03136" y="1508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DD83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5361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20+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03136" y="2084832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9F9F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94576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/ Precision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94576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Run, Bot Automation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C8E6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2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749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52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5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Slow    ·    ·    ·    Speed 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2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270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building a Minecraft adventure map where a player sneaks a stolen diamond past guards. What speed makes it tense? What if they're racing an opponent to the finish line?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5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26187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own words, what is the difference between speed and velocity?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17627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Minecraft, which axis controls East/West? Which controls North/South?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309067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AF4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happen to our Agent if we set speed = 0 and called moveEast?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D7A1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02336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400507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402336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Minecraft map you'd build with speed = 15. What genre and story fits?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5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256032"/>
          </a:xfrm>
          <a:prstGeom prst="rect">
            <a:avLst/>
          </a:prstGeom>
          <a:solidFill>
            <a:srgbClr val="558B2F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914400" cy="256032"/>
          </a:xfrm>
          <a:prstGeom prst="rect">
            <a:avLst/>
          </a:prstGeom>
          <a:solidFill>
            <a:srgbClr val="8D6E63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914400" cy="256032"/>
          </a:xfrm>
          <a:prstGeom prst="rect">
            <a:avLst/>
          </a:prstGeom>
          <a:solidFill>
            <a:srgbClr val="37474F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914400" cy="256032"/>
          </a:xfrm>
          <a:prstGeom prst="rect">
            <a:avLst/>
          </a:prstGeom>
          <a:solidFill>
            <a:srgbClr val="1D7A1D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914400" cy="256032"/>
          </a:xfrm>
          <a:prstGeom prst="rect">
            <a:avLst/>
          </a:prstGeom>
          <a:solidFill>
            <a:srgbClr val="4CAF50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914400" cy="256032"/>
          </a:xfrm>
          <a:prstGeom prst="rect">
            <a:avLst/>
          </a:prstGeom>
          <a:solidFill>
            <a:srgbClr val="37474F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914400" cy="256032"/>
          </a:xfrm>
          <a:prstGeom prst="rect">
            <a:avLst/>
          </a:prstGeom>
          <a:solidFill>
            <a:srgbClr val="558B2F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914400" cy="256032"/>
          </a:xfrm>
          <a:prstGeom prst="rect">
            <a:avLst/>
          </a:prstGeom>
          <a:solidFill>
            <a:srgbClr val="8D6E63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914400" cy="256032"/>
          </a:xfrm>
          <a:prstGeom prst="rect">
            <a:avLst/>
          </a:prstGeom>
          <a:solidFill>
            <a:srgbClr val="1D7A1D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914400" cy="256032"/>
          </a:xfrm>
          <a:prstGeom prst="rect">
            <a:avLst/>
          </a:prstGeom>
          <a:solidFill>
            <a:srgbClr val="4CAF50"/>
          </a:solidFill>
          <a:ln w="12700">
            <a:solidFill>
              <a:srgbClr val="1552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 🎉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 — Day 6: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Gravity, Jumping &amp; Physics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0A200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as a Vector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042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 move Down each frame — acceleration!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82880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0A200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042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ground, apply upward velocity burst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0A200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Physics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4930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F=ma, g=9.8 m/s² — Minecraft simulates reality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0A200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Platformer Mechanics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4930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movement + gravity for full Agent control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315968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0A20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3525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Watch a Minecraft parkour video tonight — pay attention to how blocks fall and how jumping works. Does it feel realistic or exaggerated?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1206</Words>
  <Application>Microsoft Macintosh PowerPoint</Application>
  <PresentationFormat>On-screen Show (16:9)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— Day 5: Minecraft</dc:title>
  <dc:subject>PptxGenJS Presentation</dc:subject>
  <dc:creator>PptxGenJS</dc:creator>
  <cp:lastModifiedBy>Babichenko, Dmitriy</cp:lastModifiedBy>
  <cp:revision>12</cp:revision>
  <dcterms:created xsi:type="dcterms:W3CDTF">2026-06-16T15:39:49Z</dcterms:created>
  <dcterms:modified xsi:type="dcterms:W3CDTF">2026-06-29T02:21:07Z</dcterms:modified>
</cp:coreProperties>
</file>