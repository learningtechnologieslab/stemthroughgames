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0135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Welcome students to Day 7. Ask if anyone has ever noticed Minecraft mobs detecting them through a wall -- that is collision detection in action. Today we explore the math behind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objectives with class. Emphasize that today bridges the visual world of Minecraft with actual math. Students will see that /testfor is literally doing AABB calculations.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out grid paper. Give students 3-4 minutes to draw, then discuss. The key insight: overlap is just checking if two ranges share any values. This is exactly what Minecraft does internally with every mob and player.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students through enabling hitbox display. Let them explore for 2-3 minutes. Point out that EVERY entity -- even dropped items -- has an AABB. Connecting this visual to the math is the key bridge for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this live before students build. Key concept: dx=3 does NOT mean 3 blocks -- it means a range from 0 to dx, so 4 blocks total. This is a common off-by-one error. Walk through the chain block logic step by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test for about 7 minutes, then come back together for the math connection. The /testfor errors listed here are the most common -- do a quick scan of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through this example on the board step by step. Then ask students to test a pair where the zones do NOT overlap and find which condition fails. This is the same logic Minecraft runs thousands of times per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2-3 minutes to think/pair/share before revealing the cards. Extension answer: pressure plates, item pickups on small screens, accessibility. The design insight is that hitbox size communicates feel to the player.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5 minutes to write in their design journals. This is where the math and the narrative meet. Walk the room and prompt students who are stuck with: what happens in your game world that should feel important?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finger self-assessment as a quick formative check. Students holding up 1 or 2 can be paired or given the pre-built zone. Students at 3 can help debug others' Command Blocks.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91554"/>
            <a:ext cx="9144000" cy="1151945"/>
          </a:xfrm>
          <a:prstGeom prst="rect">
            <a:avLst/>
          </a:prstGeom>
          <a:solidFill>
            <a:srgbClr val="4A8C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Detection: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Objects Meet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43970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MATH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29000" y="43970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BLOCKS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43970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AABB MATH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8C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LESSON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0" y="274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60-75 MIN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and configure entity hitboxes in Minecraft Education Edition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Command Blocks with /testfor to detect when two objects overlap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bounding boxes and hitboxes in block-based game design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a /testfor detection command to trigger in-game events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AABB math to determine whether block-space rectangles overlap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A8C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463040" y="7315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ACTIVITY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Block Grids on Paper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023360" cy="2194560"/>
          </a:xfrm>
          <a:prstGeom prst="roundRect">
            <a:avLst>
              <a:gd name="adj" fmla="val 4167"/>
            </a:avLst>
          </a:prstGeom>
          <a:solidFill>
            <a:srgbClr val="EDF6EB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8C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Draw two rectangles on your grid paper.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Now draw them overlapping each other.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How do you know they are touching?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206240" cy="2194560"/>
          </a:xfrm>
          <a:prstGeom prst="roundRect">
            <a:avLst>
              <a:gd name="adj" fmla="val 4167"/>
            </a:avLst>
          </a:prstGeom>
          <a:solidFill>
            <a:srgbClr val="FFF8EC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5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you know the blocks are touching?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coordinates would you need?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you write a rule using x, z, width and depth?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3566160"/>
            <a:ext cx="8595360" cy="777240"/>
          </a:xfrm>
          <a:prstGeom prst="roundRect">
            <a:avLst>
              <a:gd name="adj" fmla="val 9412"/>
            </a:avLst>
          </a:prstGeom>
          <a:solidFill>
            <a:srgbClr val="1A3A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63931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teach Minecraft to ask the same question -- and trigger a game event the moment two objects touch.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8C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 ·  10 MIN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0" y="73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ACTIVITY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Entity Hitboxes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11480" cy="411480"/>
          </a:xfrm>
          <a:prstGeom prst="ellipse">
            <a:avLst/>
          </a:prstGeom>
          <a:solidFill>
            <a:srgbClr val="4A8C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2252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188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your Day 6 world in Minecraft Education Edition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49961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&gt; Open &gt; select your world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947672"/>
            <a:ext cx="411480" cy="411480"/>
          </a:xfrm>
          <a:prstGeom prst="ellipse">
            <a:avLst/>
          </a:prstGeom>
          <a:solidFill>
            <a:srgbClr val="4A8C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938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19019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hitbox overlay in Settings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22128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&gt; Video &gt; Show Entity Hitboxes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660904"/>
            <a:ext cx="411480" cy="411480"/>
          </a:xfrm>
          <a:prstGeom prst="ellipse">
            <a:avLst/>
          </a:prstGeom>
          <a:solidFill>
            <a:srgbClr val="4A8C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7240" y="261518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the bounding box around the player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2926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colored box appears -- this is the AABB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374136"/>
            <a:ext cx="411480" cy="411480"/>
          </a:xfrm>
          <a:prstGeom prst="ellipse">
            <a:avLst/>
          </a:prstGeom>
          <a:solidFill>
            <a:srgbClr val="4A8C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33649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77240" y="332841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hitboxes of different mobs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36393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Chicken vs. Zombie vs. Player -- all rectangles!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4087368"/>
            <a:ext cx="411480" cy="411480"/>
          </a:xfrm>
          <a:prstGeom prst="ellipse">
            <a:avLst/>
          </a:prstGeom>
          <a:solidFill>
            <a:srgbClr val="4A8C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40782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77240" y="40416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Discuss: why is it always a rectangle?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7240" y="435254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math! AABB needs only 4 comparisons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0" y="1143000"/>
            <a:ext cx="3200400" cy="3749040"/>
          </a:xfrm>
          <a:prstGeom prst="roundRect">
            <a:avLst>
              <a:gd name="adj" fmla="val 2857"/>
            </a:avLst>
          </a:prstGeom>
          <a:solidFill>
            <a:srgbClr val="D4EDC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897880" y="12344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897880" y="16002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collision box does NOT have to match the artwork -- this is intentional!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897880" y="26974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called a hitbox -- and its size is a game design decision.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897880" y="36118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Endermen: tall narrow hitbox. Creeper explosion: larger than the model.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8C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 ·  15 MIN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0" y="73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ACTIVITY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 Command Block Collectible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EDF6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8C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Block Setup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Command Block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Mode: Always Active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chain blocks for each action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2618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5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Blocks (in order)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600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/testfor -- detects player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/scoreboard add -- increment score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/fill air -- remove the coin block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514600"/>
            <a:ext cx="8595360" cy="2240280"/>
          </a:xfrm>
          <a:prstGeom prst="rect">
            <a:avLst/>
          </a:prstGeom>
          <a:solidFill>
            <a:srgbClr val="1E2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578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C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command (Repeat Block):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834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/testfor @a[x=10,y=64,z=10,dx=3,dy=2,dz=3]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32004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C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command (Conditional Chain Block):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4564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/scoreboard players add @a[x=10,y=64,z=10,dx=3,dy=2,dz=3] score 1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8C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·  10 MIN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0" y="73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ACTIVITY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Debugging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EDF6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161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8C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Your World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Place several Coin zones in the world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Walk player into zones -- watch the scoreboard increment!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Verify the coin block disappears and a title message appears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240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3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Issues to Check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74320" y="2651760"/>
            <a:ext cx="4251960" cy="841248"/>
          </a:xfrm>
          <a:prstGeom prst="roundRect">
            <a:avLst>
              <a:gd name="adj" fmla="val 8696"/>
            </a:avLst>
          </a:prstGeom>
          <a:solidFill>
            <a:srgbClr val="FFF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7249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5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coordinates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0358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Double-check x, y, z by pressing F3 while standing in the zone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2651760"/>
            <a:ext cx="4251960" cy="841248"/>
          </a:xfrm>
          <a:prstGeom prst="roundRect">
            <a:avLst>
              <a:gd name="adj" fmla="val 8696"/>
            </a:avLst>
          </a:prstGeom>
          <a:solidFill>
            <a:srgbClr val="FFF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27249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5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dx/dy/dz off-by-one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30358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dx=3 means 4 blocks wide (0 through 3). Account for this!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611880"/>
            <a:ext cx="4251960" cy="841248"/>
          </a:xfrm>
          <a:prstGeom prst="roundRect">
            <a:avLst>
              <a:gd name="adj" fmla="val 8696"/>
            </a:avLst>
          </a:prstGeom>
          <a:solidFill>
            <a:srgbClr val="FFF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6850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5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Repeat + Always Active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9959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must run every tick. Check the block type and power setting.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3611880"/>
            <a:ext cx="4251960" cy="841248"/>
          </a:xfrm>
          <a:prstGeom prst="roundRect">
            <a:avLst>
              <a:gd name="adj" fmla="val 8696"/>
            </a:avLst>
          </a:prstGeom>
          <a:solidFill>
            <a:srgbClr val="FFF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36850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5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not Conditional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39959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chain block to Conditional so it only fires on /testfor success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A8C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 ·  10 MIN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0" y="73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CONNECTION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AABB -- Axis-Aligned Bounding Box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Minecraft wraps every entity in an AABB -- a rectangle aligned to X and Z axes. Two zones overlap if their X ranges AND Z ranges both overlap.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8595360" cy="960120"/>
          </a:xfrm>
          <a:prstGeom prst="rect">
            <a:avLst/>
          </a:prstGeom>
          <a:solidFill>
            <a:srgbClr val="1E2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C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ZONES OVERLAP WHEN: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9019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A.x &lt; B.x + B.width   AND   B.x &lt; A.x + A.width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1762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A.z &lt; B.z + B.depth   AND   B.z &lt; A.z + A.depth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69748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D4EDC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7706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09067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Corner (2, 64, 3)  size 4x3 blocks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range: [2, 6]   Z range: [3, 6]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69748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FFF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27706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5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309067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Corner (5, 64, 4)  size 3x2 blocks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range: [5, 8]   Z range: [4, 6]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4206240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4A8C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42793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overlap? 2 &lt; 8 yes  and  5 &lt; 6 yes     Z overlap? 3 &lt; 6 yes  and  4 &lt; 6 yes   =&gt;   COLLISION!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8C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5-10 MIN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194560" y="7315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&amp; DISCUSSION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Hitbox Design Question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8C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might a Minecraft designer give a mob a SMALLER hitbox than its visible model?"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4251960" cy="1097280"/>
          </a:xfrm>
          <a:prstGeom prst="roundRect">
            <a:avLst>
              <a:gd name="adj" fmla="val 8333"/>
            </a:avLst>
          </a:prstGeom>
          <a:solidFill>
            <a:srgbClr val="EDF6EB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Game Design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feel cheated when hit by something they thought they dodged. Think: Creeper blast radius.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691640"/>
            <a:ext cx="4251960" cy="1097280"/>
          </a:xfrm>
          <a:prstGeom prst="roundRect">
            <a:avLst>
              <a:gd name="adj" fmla="val 8333"/>
            </a:avLst>
          </a:prstGeom>
          <a:solidFill>
            <a:srgbClr val="EDF6EB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7830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vs. Functional Space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21488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Capes, held items, and armor extend beyond where damage should actually register.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4251960" cy="1097280"/>
          </a:xfrm>
          <a:prstGeom prst="roundRect">
            <a:avLst>
              <a:gd name="adj" fmla="val 8333"/>
            </a:avLst>
          </a:prstGeom>
          <a:solidFill>
            <a:srgbClr val="EDF6EB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0632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Agency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34290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slightly smaller hitbox makes the game more forgiving and rewarding to play.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971800"/>
            <a:ext cx="4251960" cy="1097280"/>
          </a:xfrm>
          <a:prstGeom prst="roundRect">
            <a:avLst>
              <a:gd name="adj" fmla="val 8333"/>
            </a:avLst>
          </a:prstGeom>
          <a:solidFill>
            <a:srgbClr val="EDF6EB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30632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Examples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2040" y="34290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Endermen: tall narrow hitbox. Ghast fireballs: small sphere. Most platformers do the same.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4297680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FFF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437083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5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Extension: When might you want a LARGER hitbox than the visible model? Discuss!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A8C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 TIE-IN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Design Connection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A8C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as Story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1E2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4663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"Every collision event is a story beat: a hero collecting a diamond, a player triggering a hidden door, a mob detecting an intruder."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633472"/>
            <a:ext cx="457200" cy="457200"/>
          </a:xfrm>
          <a:prstGeom prst="ellipse">
            <a:avLst/>
          </a:prstGeom>
          <a:solidFill>
            <a:srgbClr val="F5B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2615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6334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objects or zones in your Minecraft world should cause a reaction when touched?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3502152"/>
            <a:ext cx="457200" cy="457200"/>
          </a:xfrm>
          <a:prstGeom prst="ellipse">
            <a:avLst/>
          </a:prstGeom>
          <a:solidFill>
            <a:srgbClr val="F5B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3483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350215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narrative meaning? Power gained? Danger? Story unlocked?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4370832"/>
            <a:ext cx="457200" cy="457200"/>
          </a:xfrm>
          <a:prstGeom prst="ellipse">
            <a:avLst/>
          </a:prstGeom>
          <a:solidFill>
            <a:srgbClr val="F5B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4352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8680" y="43708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will your zone size communicate feel -- tight &amp; punishing, or loose &amp; forgiving?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0" y="1097280"/>
            <a:ext cx="3200400" cy="3794760"/>
          </a:xfrm>
          <a:prstGeom prst="roundRect">
            <a:avLst>
              <a:gd name="adj" fmla="val 2857"/>
            </a:avLst>
          </a:prstGeom>
          <a:solidFill>
            <a:srgbClr val="D4EDC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9788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Journal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97880" y="157276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in 3 to 5 sentences in your design journal.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97880" y="2331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97880" y="265176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world's story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collision means narratively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zone size shapes player feel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97880" y="41148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8C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technical decision is also a design decision.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&amp; DIFFERENTIATION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Learner Moves Forward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411480"/>
          </a:xfrm>
          <a:prstGeom prst="rect">
            <a:avLst/>
          </a:prstGeom>
          <a:solidFill>
            <a:srgbClr val="7BAF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2743200" cy="3063240"/>
          </a:xfrm>
          <a:prstGeom prst="roundRect">
            <a:avLst>
              <a:gd name="adj" fmla="val 2667"/>
            </a:avLst>
          </a:prstGeom>
          <a:solidFill>
            <a:srgbClr val="EDF6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Pre-built collectible zone -- just copy and reposition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AABB Reference Sheet with formula + block-grid diagram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students for the debugging portion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743200" cy="411480"/>
          </a:xfrm>
          <a:prstGeom prst="rect">
            <a:avLst/>
          </a:prstGeom>
          <a:solidFill>
            <a:srgbClr val="4A8C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1143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1508760"/>
            <a:ext cx="2743200" cy="3063240"/>
          </a:xfrm>
          <a:prstGeom prst="roundRect">
            <a:avLst>
              <a:gd name="adj" fmla="val 2667"/>
            </a:avLst>
          </a:prstGeom>
          <a:solidFill>
            <a:srgbClr val="E8F5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37560" y="1600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Activity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7560" y="201168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Command Block setup from scratch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/testfor command independently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Test, debug, and verify scoreboard changes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143000"/>
            <a:ext cx="2743200" cy="411480"/>
          </a:xfrm>
          <a:prstGeom prst="rect">
            <a:avLst/>
          </a:prstGeom>
          <a:solidFill>
            <a:srgbClr val="7A5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1143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1508760"/>
            <a:ext cx="2743200" cy="3063240"/>
          </a:xfrm>
          <a:prstGeom prst="roundRect">
            <a:avLst>
              <a:gd name="adj" fmla="val 2667"/>
            </a:avLst>
          </a:prstGeom>
          <a:solidFill>
            <a:srgbClr val="FFF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63640" y="1600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3640" y="201168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zones for safe vs. dangerous items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score display via scoreboard sidebar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/testfor dx/dy/dz vs. /execute distance detection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343400"/>
            <a:ext cx="8595360" cy="512064"/>
          </a:xfrm>
          <a:prstGeom prst="roundRect">
            <a:avLst>
              <a:gd name="adj" fmla="val 10714"/>
            </a:avLst>
          </a:prstGeom>
          <a:solidFill>
            <a:srgbClr val="D4EDC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4074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3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Self-Assessment: Hold up fingers -- 1 = Need more time    2 = I can do it with help    3 = I could teach it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1497</Words>
  <Application>Microsoft Macintosh PowerPoint</Application>
  <PresentationFormat>On-screen Show (16:9)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7 - Collision Detection: When Objects Meet (Minecraft)</dc:title>
  <dc:subject>PptxGenJS Presentation</dc:subject>
  <dc:creator>PptxGenJS</dc:creator>
  <cp:lastModifiedBy>Babichenko, Dmitriy</cp:lastModifiedBy>
  <cp:revision>2</cp:revision>
  <dcterms:created xsi:type="dcterms:W3CDTF">2026-06-16T16:24:25Z</dcterms:created>
  <dcterms:modified xsi:type="dcterms:W3CDTF">2026-06-29T02:37:00Z</dcterms:modified>
</cp:coreProperties>
</file>