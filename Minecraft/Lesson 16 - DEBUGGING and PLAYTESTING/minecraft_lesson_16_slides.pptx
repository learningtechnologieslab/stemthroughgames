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166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This lesson uses Minecraft Education Edition as the platform. Emphasize that today's focus is on systematic debugging and giving/receiving meaningful feedback through playtesting.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objective. Emphasize that all four build on each other — you can't iterate without first debugging, and you can't debug without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 minutes to discuss in pairs before opening class discussion. Encourage 'detective language': What is the error telling 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have their buggy worlds open. Circulate and ask them to narrate what they're doing as they debug. Resist the urge to give answers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Debug Loop mirrors scientific method. Emphasize that say() is the most powerful diagnostic tool available in MakeCode. Have students recite READ-PRINT-ASK.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visible timer. The designer's silence is critical — resist urges to help. What the playtester struggles with IS the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fill this out independently — not as a conversation. Silence during form completion helps them reflect on their actual experience rather than what the designer tells them they should have felt.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debugging to each student's strongest subject. Ask: 'Where do you see math in what you did today?' Let students make the connection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3-4 minutes to write in their notebooks before open discussion. The notebook entry is also their formative assessment for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or photograph exit tickets. Use them to identify students who may need additional support in Day 17. The optional homework plants seeds for understanding the Agent as a programmable agent 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D0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Through Games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1532643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&amp;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Playtesting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457200" y="3041403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Problem-Solving and Iteration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&amp; Playtesting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97280" y="12801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&amp; Fix Errors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" y="1737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and resolve common Minecraft Education bugs using systematic strategies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532120" y="12801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Debugging Tools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19472" y="1737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Code Builder output and say() blocks to trace program behavior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004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1097280" y="31546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Playtesting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84632" y="3611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and receive structured, constructive feedback on world design and feel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75488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5532120" y="31546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on Your Design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919472" y="3611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feedback loop: Test → Identify → Fix → Repeat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6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 ·  10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"Bugs are not failures — they are puzzles."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these 3 error scenarios as a class. What is each one telling us?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2E7D32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66420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377440" cy="0"/>
          </a:xfrm>
          <a:prstGeom prst="line">
            <a:avLst/>
          </a:prstGeom>
          <a:noFill/>
          <a:ln w="95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214884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on-block-stepped event never fires."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880360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Is the block type set correctly? Is the player standing ON it vs. adjacent to it? Add say("test") to confirm.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2E7D32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0128" y="166420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2057400"/>
            <a:ext cx="2377440" cy="0"/>
          </a:xfrm>
          <a:prstGeom prst="line">
            <a:avLst/>
          </a:prstGeom>
          <a:noFill/>
          <a:ln w="95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214884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score variable keeps resetting to 0."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880360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Is the variable declared outside the loop? Is it being re-initialized somewhere it shouldn't be?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2E7D32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166420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057400"/>
            <a:ext cx="2377440" cy="0"/>
          </a:xfrm>
          <a:prstGeom prst="line">
            <a:avLst/>
          </a:prstGeom>
          <a:noFill/>
          <a:ln w="9525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6208" y="214884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Command Block does nothing when powered."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2880360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Check the command syntax first. Is it set to Repeat vs. Impulse mode? Test with /say in chat.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  ·  PART 1: GUIDED DEBUGGING  ·  20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Bug Types to Practice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Variable Error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 </a:t>
            </a:r>
            <a:r>
              <a:rPr lang="en-US" sz="11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shows 0 or crashes; chat prints undefined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r>
              <a:rPr lang="en-US" sz="11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in on-start block; use say() to confirm scope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Not Triggering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 </a:t>
            </a:r>
            <a:r>
              <a:rPr lang="en-US" sz="11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Stepping on checkpoint does nothing; event never fires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r>
              <a:rPr lang="en-US" sz="11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block type in MakeCode event; add say("event fired") to verify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Block Silent Fail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520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 </a:t>
            </a:r>
            <a:r>
              <a:rPr lang="en-US" sz="11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Redstone powered but nothing happens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023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r>
              <a:rPr lang="en-US" sz="11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command syntax; switch Impulse/Repeat mode; test with /say in chat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 Behavior Not Working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520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 </a:t>
            </a:r>
            <a:r>
              <a:rPr lang="en-US" sz="11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Spawned mob ignores player or despawns immediately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4023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r>
              <a:rPr lang="en-US" sz="11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mob name in Education Edition list; spawn above ground with offset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6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STRATEGY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Debug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280160"/>
            <a:ext cx="1005840" cy="1005840"/>
          </a:xfrm>
          <a:prstGeom prst="ellipse">
            <a:avLst/>
          </a:prstGeom>
          <a:solidFill>
            <a:srgbClr val="4CAF5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4231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the symptom carefully.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not working?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783080"/>
            <a:ext cx="64008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08960" y="1280160"/>
            <a:ext cx="1005840" cy="1005840"/>
          </a:xfrm>
          <a:prstGeom prst="ellipse">
            <a:avLst/>
          </a:prstGeom>
          <a:solidFill>
            <a:srgbClr val="43A047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61488" y="24231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2834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say("A") before and after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code to trace flow.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783080"/>
            <a:ext cx="64008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20640" y="1280160"/>
            <a:ext cx="1005840" cy="1005840"/>
          </a:xfrm>
          <a:prstGeom prst="ellipse">
            <a:avLst/>
          </a:prstGeom>
          <a:solidFill>
            <a:srgbClr val="388E3C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73168" y="24231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9160" y="2834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Code Builder output.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variable values live.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783080"/>
            <a:ext cx="64008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0" y="1280160"/>
            <a:ext cx="1005840" cy="1005840"/>
          </a:xfrm>
          <a:prstGeom prst="ellipse">
            <a:avLst/>
          </a:prstGeom>
          <a:solidFill>
            <a:srgbClr val="2E7D32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84848" y="24231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20840" y="2834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for 3+ minutes?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eyes catch what yours miss.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400507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say("checkpoint A") before the bug, say("checkpoint B") after — narrow it down step by step.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  ·  PART 2: PEER PLAYTESTING  ·  15–20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Peer Playtesting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1938" y="1417320"/>
            <a:ext cx="513187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stays SILENT while partner explores — no coaching, no hints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2130552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81938" y="2221992"/>
            <a:ext cx="513187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Playtester narrates out loud: "I'm not sure where to go..."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20040" y="2935224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481938" y="3026664"/>
            <a:ext cx="513187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for 7–10 minutes, then switch roles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0040" y="3739896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481938" y="3831336"/>
            <a:ext cx="513187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complete the Feedback Form independently after playing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126480" y="13258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A6B1A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6263640" y="1463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26364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NOT trying to beat the world.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experiencing it as a brand-new player — and reporting what you find.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26480" y="29718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2E7D32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6263640" y="3090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63640" y="34747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during playtesting is valuable data — it shows exactly where the world design needs 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FEEDBACK FORM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Playtester: ________________________________   Designer: ________________________________   Date: ______________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FF5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fun?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— what moment, mechanic, or build felt great?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3611880" cy="0"/>
          </a:xfrm>
          <a:prstGeom prst="line">
            <a:avLst/>
          </a:prstGeom>
          <a:noFill/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3611880" cy="0"/>
          </a:xfrm>
          <a:prstGeom prst="line">
            <a:avLst/>
          </a:prstGeom>
          <a:noFill/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FF5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confusing?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not understand? Where did you get lost?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2084832"/>
            <a:ext cx="3611880" cy="0"/>
          </a:xfrm>
          <a:prstGeom prst="line">
            <a:avLst/>
          </a:prstGeom>
          <a:noFill/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2040" y="2404872"/>
            <a:ext cx="3611880" cy="0"/>
          </a:xfrm>
          <a:prstGeom prst="line">
            <a:avLst/>
          </a:prstGeom>
          <a:noFill/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770632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FF5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862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suggestion to improve it: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as "What if..." or "It might help if..."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76472"/>
            <a:ext cx="3611880" cy="0"/>
          </a:xfrm>
          <a:prstGeom prst="line">
            <a:avLst/>
          </a:prstGeom>
          <a:noFill/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4096512"/>
            <a:ext cx="3611880" cy="0"/>
          </a:xfrm>
          <a:prstGeom prst="line">
            <a:avLst/>
          </a:prstGeom>
          <a:noFill/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770632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FF5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862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</a:t>
            </a:r>
            <a:r>
              <a:rPr lang="en-US" sz="13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glitch you noticed: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happened and when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3776472"/>
            <a:ext cx="3611880" cy="0"/>
          </a:xfrm>
          <a:prstGeom prst="line">
            <a:avLst/>
          </a:prstGeom>
          <a:noFill/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92040" y="4096512"/>
            <a:ext cx="3611880" cy="0"/>
          </a:xfrm>
          <a:prstGeom prst="line">
            <a:avLst/>
          </a:prstGeom>
          <a:noFill/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448056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felt:   Very responsive    Mostly    Sometimes laggy    Hard to control          World goal was:   Very clear    Somewhat clear    Unclear    No idea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6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CROSS-CURRICULAR CONNECTIONS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connects to Math, Physics &amp; Narrative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2E7D32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331720" cy="0"/>
          </a:xfrm>
          <a:prstGeom prst="line">
            <a:avLst/>
          </a:prstGeom>
          <a:noFill/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7830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Debugging = systematic problem decomposition (MP1)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24688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say() tracing mirrors algebraic variable substitution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31546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Collision logic uses Boolean set theory (true/false)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38404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Coordinate spawning (X,Y,Z) = Cartesian 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2E7D32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2618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29000" y="1691640"/>
            <a:ext cx="2331720" cy="0"/>
          </a:xfrm>
          <a:prstGeom prst="line">
            <a:avLst/>
          </a:prstGeom>
          <a:noFill/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64992" y="17830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Minecraft physics governs falling &amp; projectile arcs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24688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Redstone circuits mirror electrical circuit logic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64992" y="31546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 pathfinding = geometry and spatial reasoning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38404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Gravity and momentum follow real-world approximations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143000"/>
            <a:ext cx="2788920" cy="3749040"/>
          </a:xfrm>
          <a:prstGeom prst="roundRect">
            <a:avLst>
              <a:gd name="adj" fmla="val 3279"/>
            </a:avLst>
          </a:prstGeom>
          <a:solidFill>
            <a:srgbClr val="2E7D32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3640" y="12618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Design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1691640"/>
            <a:ext cx="2331720" cy="0"/>
          </a:xfrm>
          <a:prstGeom prst="line">
            <a:avLst/>
          </a:prstGeom>
          <a:noFill/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91072" y="17830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Playtesting = research into how players read your world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91072" y="24688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bug that breaks flow also breaks narrative immersion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1072" y="31546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Player confusion signals a communication design problem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91072" y="384048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Iteration in worlds mirrors revision in writing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CLOSURE  ·  10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debugging strategy helped most today?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1A6B1A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444752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Scenario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found the event or variable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traced it to the problem.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1A6B1A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10128" y="1444752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say()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10128" y="192024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traced the code step by step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I found the bad value.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3258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1A6B1A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44768" y="1444752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a Peer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44768" y="192024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fresh perspective helped 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I was missing.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F0FAF0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bug did you fix? How did you find the cause?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0416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feedback will you apply to your world?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42569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How is debugging like editing writing — or revising a math proof?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6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this sentence in your design notebook: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810512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"Today I fixed a bug by ________________________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 learned that ________________________."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218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Review your Peer Feedback Form — choose ONE suggestion to implement before Day 17.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9959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Write 2–3 sentences: What will you change, and why did you choose that change?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37997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(Optional) Explore MakeCode Agent programming — write a simple Agent sequence and trace it step by step.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1224</Words>
  <Application>Microsoft Macintosh PowerPoint</Application>
  <PresentationFormat>On-screen Show 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16 – Debugging &amp; Playtesting (Minecraft)</dc:title>
  <dc:subject>PptxGenJS Presentation</dc:subject>
  <dc:creator>PptxGenJS</dc:creator>
  <cp:lastModifiedBy>Babichenko, Dmitriy</cp:lastModifiedBy>
  <cp:revision>5</cp:revision>
  <dcterms:created xsi:type="dcterms:W3CDTF">2026-06-16T21:29:10Z</dcterms:created>
  <dcterms:modified xsi:type="dcterms:W3CDTF">2026-06-30T16:13:26Z</dcterms:modified>
</cp:coreProperties>
</file>