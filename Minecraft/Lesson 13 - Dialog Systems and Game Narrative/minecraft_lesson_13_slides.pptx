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3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Systems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Narrative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4786" y="1325880"/>
            <a:ext cx="37728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NPC Dialogue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82880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branching NPC conversation using Minecraft Education Edition's built-in dialogue editor and Command Blocks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53663" y="1325880"/>
            <a:ext cx="37788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the Story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73752" y="182880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player choices to scoreboard variables so decisions change the narrative outcome in meaningful ways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306324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24786" y="3200400"/>
            <a:ext cx="37728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vs. Books vs. Films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38912" y="370332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interactive storytelling in Minecraft differs fundamentally from fixed-narrative media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09160" y="306324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953663" y="3200400"/>
            <a:ext cx="37788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Array Indexing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73752" y="370332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ordered-sequence math: indices 0 through size()−1 map directly to ordered dialogue pages and command logic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 •  10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Story vs. Playing 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 / Film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Author controls all 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768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Story is fixed and linear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Reader/viewer is passive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0098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Same experience every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813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No feedback loop with audience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4251960" cy="3657600"/>
          </a:xfrm>
          <a:prstGeom prst="roundRect">
            <a:avLst>
              <a:gd name="adj" fmla="val 2500"/>
            </a:avLst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/ Video Game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02352" y="176479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makes meaningful choices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02352" y="22768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branches and changes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02352" y="27889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is an active participant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102352" y="330098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outcomes on replay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102352" y="3813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reacts to player actions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can Minecraft do that a book or film cannot?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5">
            <a:extLst>
              <a:ext uri="{FF2B5EF4-FFF2-40B4-BE49-F238E27FC236}">
                <a16:creationId xmlns:a16="http://schemas.microsoft.com/office/drawing/2014/main" id="{3B6739BF-41B5-0C5A-1A07-6FBA0D17FF76}"/>
              </a:ext>
            </a:extLst>
          </p:cNvPr>
          <p:cNvSpPr/>
          <p:nvPr/>
        </p:nvSpPr>
        <p:spPr>
          <a:xfrm>
            <a:off x="4349363" y="1051560"/>
            <a:ext cx="4599830" cy="3840480"/>
          </a:xfrm>
          <a:prstGeom prst="roundRect">
            <a:avLst>
              <a:gd name="adj" fmla="val 243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PART 1  •  15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Dialogue Tree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speaks an opening line to the player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568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9568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Choice A or Choice B via NPC buttons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79806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79806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branch leads to a different NPC response or command outcome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6393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3931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at least two levels of branching (3–4 decision points)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90821" y="12344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90821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 goblin problem..."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30901" y="1783080"/>
            <a:ext cx="0" cy="3474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30901" y="2130552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44370" y="2305482"/>
            <a:ext cx="731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42181" y="2130552"/>
            <a:ext cx="1858619" cy="475488"/>
          </a:xfrm>
          <a:prstGeom prst="roundRect">
            <a:avLst>
              <a:gd name="adj" fmla="val 11538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2181" y="2130552"/>
            <a:ext cx="18586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"I will help!"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5301" y="2130552"/>
            <a:ext cx="2037512" cy="475488"/>
          </a:xfrm>
          <a:prstGeom prst="roundRect">
            <a:avLst>
              <a:gd name="adj" fmla="val 11538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45301" y="2130552"/>
            <a:ext cx="20375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"No thanks."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85181" y="2606040"/>
            <a:ext cx="0" cy="3474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88301" y="2606040"/>
            <a:ext cx="0" cy="3474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42181" y="2953512"/>
            <a:ext cx="1858606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42181" y="2953512"/>
            <a:ext cx="18586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"Great! Meet 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gate."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45301" y="2953512"/>
            <a:ext cx="2037507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45301" y="2953512"/>
            <a:ext cx="2037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will regret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this, traveler."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4480560"/>
            <a:ext cx="4438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Dialogue Tree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PART 2  •  MINECRAFT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NPC Dialogue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200400" cy="37947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Setup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69164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Spawn Egg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in world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47088" y="2167128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2304288"/>
            <a:ext cx="274320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Edit Dialog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5328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NPC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47088" y="2779776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2916936"/>
            <a:ext cx="274320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1455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opening 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47088" y="3392424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3529584"/>
            <a:ext cx="274320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5570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1 &amp;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7581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choice options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47088" y="4005072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142232"/>
            <a:ext cx="274320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1696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370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each button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11521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11521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NPC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1389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NPC spawn egg from Education Edition inventory to place a character in your world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188366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18836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Edit Dialog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21214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the NPC to open the dialogue editor. Enter the opening line in the text field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26151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26151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Buttons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2852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"Add Button" to create player choice buttons (e.g., "Help!" and "No thanks.")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33467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0" y="33467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Command Blocks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0" y="3584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each button's On-Click command to trigger a Command Block chain for different outcomes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0" y="407822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14800" y="40782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Dialogue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114800" y="43159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up to your NPC as a player — check that each button fires the correct command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COMMANDS  •  DIALOGUE CONTROLLER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Dialogue System Commands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NPC Dialogue Text (in NPC editor):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401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"Welcome, traveler. We have a goblin problem."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065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A: 'I will help!'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Click Command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28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/say Great! Meet me at the gate.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/scoreboard players set @p trust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92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B: 'No thanks.'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055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Click Command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387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/say You will regret this, traveler.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719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/scoreboard players set @p trust 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382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trust later (Conditional Block):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714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/execute if score @p trust matches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dialogue line shown in chat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when player clicks → tracks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branch + sets trust = 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logic based on score variable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1097280"/>
            <a:ext cx="0" cy="3794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 tip: /scoreboard tracks player choices like a variable — trust = 1 means the player agreed to help.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&amp; Index Math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  =  [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943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"Welcome to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village, traveler."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691640"/>
            <a:ext cx="5943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6916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103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 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goblins..."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6916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5943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6916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103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you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172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index is always 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1729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dialogue[0]  →  "Welcome to the village, traveler."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767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valid index is size() − 1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7673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dialogue.size() = 3  →  valid indices: 0, 1, 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43616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 check prevents crashes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3616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dialogue_index &lt; dialogue.size()  →  safe range check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Go Further!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261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Paths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second NPC at a new location. Gate their dialogue using /execute if score @p trust matches 1 — only helpful players can access new story content.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12618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Variable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17556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scoreboard objective with /scoreboard objectives add trust dummy. Increment it with good choices and use it to unlock better dialogue options.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274320" y="301752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57200" y="31821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Your Village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720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signs, banners, colored shulker boxes, and custom lighting to set the visual scene for your narrative. Storytelling is visual, not just text!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09160" y="301752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983480" y="3182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Portrait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custom skin to your NPC using Education Edition's NPC editor — give your character a unique appearance that matches their role in your story.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 •  5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Player Choice Change Stories?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player choice change the story experience compared to a fixed narrative?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16067" y="19659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agency creates emotional investment — choices feel personal and owned by the player.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16067" y="260604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narratives require writers to plan many outcomes simultaneously — it's complex design work.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16067" y="32461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Scoreboards and command logic in Minecraft are the tools that make interactivity possible — math is the engine of storytelling.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16067" y="388620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favorite Minecraft adventure map — did you feel like you were shaping the story, or just watching it?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274320" y="4572000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777240" y="45902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Journal: Describe a Minecraft moment where a choice felt meaningful. What variables do you think it tracked?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 •  3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 — Check Your Understanding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216152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"dialogue line 0" mean in your NPC story sequence?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664208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line shown by the NPC — position 0 is always the start of an ordered list.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2432304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4323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a player tries to access a trust-locked dialogue branch without enough points?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880360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/execute if score condition fails — the command chain doesn't run and the NPC stays silent or loops.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364845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6484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648456"/>
            <a:ext cx="7726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way a Minecraft story differs from a book story.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4096512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choices branch the narrative; a book has only one fixed path the author decided.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 — Day 14: Multi-NPC Quest Chains &amp; Scoreboard Relationship Variables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1063</Words>
  <Application>Microsoft Macintosh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Day 13 – Minecraft Edition</dc:title>
  <dc:subject>PptxGenJS Presentation</dc:subject>
  <dc:creator>PptxGenJS</dc:creator>
  <cp:lastModifiedBy>Babichenko, Dmitriy</cp:lastModifiedBy>
  <cp:revision>7</cp:revision>
  <dcterms:created xsi:type="dcterms:W3CDTF">2026-06-16T19:04:12Z</dcterms:created>
  <dcterms:modified xsi:type="dcterms:W3CDTF">2026-06-29T22:33:11Z</dcterms:modified>
</cp:coreProperties>
</file>