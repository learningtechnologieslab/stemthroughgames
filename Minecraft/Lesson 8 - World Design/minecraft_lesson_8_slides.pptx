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4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3A5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57200"/>
            <a:ext cx="8046720" cy="4114800"/>
          </a:xfrm>
          <a:prstGeom prst="roundRect">
            <a:avLst>
              <a:gd name="adj" fmla="val 3333"/>
            </a:avLst>
          </a:prstGeom>
          <a:solidFill>
            <a:srgbClr val="2D5016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Coordinates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World Design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Grid Math and Spatial Planning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Lesson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9784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2710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9601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your challenge world on graph paper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4A7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37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0482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Instruction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concepts: coordinates, blocks, commands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5146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2532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8254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25146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world in Minecraft — 4 guided steps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4440" y="3310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6027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2918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coordinates → distance math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6908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22960" cy="685800"/>
          </a:xfrm>
          <a:prstGeom prst="roundRect">
            <a:avLst>
              <a:gd name="adj" fmla="val 10667"/>
            </a:avLst>
          </a:prstGeom>
          <a:solidFill>
            <a:srgbClr val="5BA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0690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34440" y="4087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3799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40690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world fair? What makes it fun?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with Coordinates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Minecraft's (X, Y, Z) system and /tp command to navigate and plan a world 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4A7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005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Chunks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16×16 chunk grids relate to block positions, like a TileMap in a game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 Principles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challenge, pacing, and fairness principles to create a playable and fun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971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3566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structural elements, hazards, collectibles, and a goal zone using block placement commands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 (10 minutes)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Paper World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a 10×8 grid challenge world. Each square = one 4×4 block section.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5BA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944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player begin?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6916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6324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23160" y="2606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Platforms/Bridges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944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3 structural segments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1208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Zone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944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or special chest at the 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6916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2606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Hazard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944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 pit, ravine, or mob zone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Pair-Share: Where did you put the hardest challenge? How many blocks wide is your longest gap?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path  →  platforms  →  hazard  →  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4297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10×8 Level Sketch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Chunks &amp; Coordinates?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Grid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divides the world into 16×16 block columns called chunks — like tiles in a game engine. Chunks are loaded and unloaded as you move.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Coordinates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 has an (X, Y, Z) position. X = East/West, Y = Elevation, Z = North/South. Press F3 to see your exact coordinates.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Origin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(0, 0, 0) is the world origin. Coordinates go negative as you travel West (−X) or North (−Z). Y=64 is typical sea level.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/fill &amp; /tp Commands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/fill X1 Y1 Z1 X2 Y2 Z2 block to place structures with math. Use /tp X Y Z to jump to any coordinate.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(30 minutes)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Starter World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88620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Minecraft Education → open Day8_MinecraftWorld_Starter.mcworld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F3 to open the coordinate overlay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resource chest at spawn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960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Platforms, Bridges &amp; Floors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44752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warm-up sketch to guide block placement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main pathway from your design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/fill commands for large flat sections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</a:t>
            </a:r>
            <a:r>
              <a:rPr lang="en-US" sz="1100" dirty="0" err="1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Ctrl+Z</a:t>
            </a: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undo mistakes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971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Hazards &amp; Boundaries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1"/>
            <a:ext cx="3886200" cy="1218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lava, cacti, or drop-offs at hazard locations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barrier blocks at the edges of your level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/</a:t>
            </a:r>
            <a:r>
              <a:rPr lang="en-US" sz="1100" dirty="0" err="1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gamemode</a:t>
            </a: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adventure to test hazards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926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BA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971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Spawn, Collectibles &amp; Goal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456431"/>
            <a:ext cx="3886200" cy="1314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/setworldspawn X Y Z for the start position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3–5 item frames with gold nuggets as collectibles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beacon or decorated structure as your goal zone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 — Block Coordinates &amp; Distance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 =  |X₂ − X₁|  +  |Z₂ − Z₁|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(each block = 1 meter in Minecraft)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59"/>
            <a:ext cx="3931920" cy="2258169"/>
          </a:xfrm>
          <a:prstGeom prst="roundRect">
            <a:avLst>
              <a:gd name="adj" fmla="val 5556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Spawn: (0, 64, 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(48, 64, 32)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|48−0| + |32−0| = 80 blocks 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4297680" cy="2258170"/>
          </a:xfrm>
          <a:prstGeom prst="roundRect">
            <a:avLst>
              <a:gd name="adj" fmla="val 5556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Questions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Sketch cell (7,3), each cell = 4 blocks → real coordinates?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935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Spawn at X=−16, how far from origin (X=0)?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218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Level is 20 cells wide × 4 blocks → how many blocks?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3502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CHALLENGE: 80-block level, chunks = 16×16 → how many chunks?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 Principles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50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Signposting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always know where to go. Use visual contrast (glowstone path vs. dark terrain), coin trails, or elevated beacons to guide the eye.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1024128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0" y="10241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Row of gold blocks leading to the next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4A7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9568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Challenge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340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each mechanic safely first, then raise the stakes. A small lava gap with solid ground on each side before a gap over a void.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2029968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0" y="20299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Small lava gap over solid ground first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9626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but Difficult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3467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death should feel like the player's fault — not the designer's. No hidden lava, no instant-kill traps without warning, always give time to react.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3035808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30358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Visible hazard with enough room to stop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9684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Pacing &amp; Breathing Room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3525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intense section, give the player a safe area to recover. A flat platform with a collectible chest lets the brain decompress.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4041648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40416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Open platform + chest after a hard jump sequence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Closing Discussion  (10 minutes)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answer TWO of the following: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Minecraft world feel fair to the player?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specific example from YOUR world.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A7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block coordinates and chunk coordinates?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distinction matter in Minecraft?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1546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change would you make if you had more time?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design principle guided your decision?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EF7E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1546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each sketch cell = 4 blocks instead of 2, what happens to your level?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862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math explains this?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956</Words>
  <Application>Microsoft Macintosh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8: Chunk Coordinates &amp; World Design (Minecraft)</dc:title>
  <dc:subject>PptxGenJS Presentation</dc:subject>
  <dc:creator>PptxGenJS</dc:creator>
  <cp:lastModifiedBy>Babichenko, Dmitriy</cp:lastModifiedBy>
  <cp:revision>12</cp:revision>
  <dcterms:created xsi:type="dcterms:W3CDTF">2026-06-16T16:36:53Z</dcterms:created>
  <dcterms:modified xsi:type="dcterms:W3CDTF">2026-06-29T11:26:02Z</dcterms:modified>
</cp:coreProperties>
</file>