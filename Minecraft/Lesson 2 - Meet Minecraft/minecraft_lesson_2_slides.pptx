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0914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578608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719072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4297680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0" y="859536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0" y="3438144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0" y="2578608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0" y="1719072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0" y="4297680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859536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3438144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0" y="2578608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1719072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0" y="4297680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0" y="859536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0" y="3438144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0" y="2578608"/>
            <a:ext cx="868680" cy="822960"/>
          </a:xfrm>
          <a:prstGeom prst="rect">
            <a:avLst/>
          </a:prstGeom>
          <a:solidFill>
            <a:srgbClr val="1A3A1A">
              <a:alpha val="40000"/>
            </a:srgbClr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4389120"/>
            <a:ext cx="804672" cy="731520"/>
          </a:xfrm>
          <a:prstGeom prst="rect">
            <a:avLst/>
          </a:prstGeom>
          <a:solidFill>
            <a:srgbClr val="4CAF50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0" y="4617720"/>
            <a:ext cx="804672" cy="502920"/>
          </a:xfrm>
          <a:prstGeom prst="rect">
            <a:avLst/>
          </a:prstGeom>
          <a:solidFill>
            <a:srgbClr val="795548"/>
          </a:solidFill>
          <a:ln w="12700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32104" y="4389120"/>
            <a:ext cx="804672" cy="731520"/>
          </a:xfrm>
          <a:prstGeom prst="rect">
            <a:avLst/>
          </a:prstGeom>
          <a:solidFill>
            <a:srgbClr val="4CAF50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2104" y="4617720"/>
            <a:ext cx="804672" cy="502920"/>
          </a:xfrm>
          <a:prstGeom prst="rect">
            <a:avLst/>
          </a:prstGeom>
          <a:solidFill>
            <a:srgbClr val="795548"/>
          </a:solidFill>
          <a:ln w="12700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664208" y="4389120"/>
            <a:ext cx="804672" cy="731520"/>
          </a:xfrm>
          <a:prstGeom prst="rect">
            <a:avLst/>
          </a:prstGeom>
          <a:solidFill>
            <a:srgbClr val="4CAF50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664208" y="4617720"/>
            <a:ext cx="804672" cy="502920"/>
          </a:xfrm>
          <a:prstGeom prst="rect">
            <a:avLst/>
          </a:prstGeom>
          <a:solidFill>
            <a:srgbClr val="795548"/>
          </a:solidFill>
          <a:ln w="12700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496312" y="4389120"/>
            <a:ext cx="804672" cy="731520"/>
          </a:xfrm>
          <a:prstGeom prst="rect">
            <a:avLst/>
          </a:prstGeom>
          <a:solidFill>
            <a:srgbClr val="4CAF50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496312" y="4617720"/>
            <a:ext cx="804672" cy="502920"/>
          </a:xfrm>
          <a:prstGeom prst="rect">
            <a:avLst/>
          </a:prstGeom>
          <a:solidFill>
            <a:srgbClr val="795548"/>
          </a:solidFill>
          <a:ln w="12700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28416" y="4389120"/>
            <a:ext cx="804672" cy="731520"/>
          </a:xfrm>
          <a:prstGeom prst="rect">
            <a:avLst/>
          </a:prstGeom>
          <a:solidFill>
            <a:srgbClr val="4CAF50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328416" y="4617720"/>
            <a:ext cx="804672" cy="502920"/>
          </a:xfrm>
          <a:prstGeom prst="rect">
            <a:avLst/>
          </a:prstGeom>
          <a:solidFill>
            <a:srgbClr val="795548"/>
          </a:solidFill>
          <a:ln w="12700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160520" y="4389120"/>
            <a:ext cx="804672" cy="731520"/>
          </a:xfrm>
          <a:prstGeom prst="rect">
            <a:avLst/>
          </a:prstGeom>
          <a:solidFill>
            <a:srgbClr val="4CAF50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60520" y="4617720"/>
            <a:ext cx="804672" cy="502920"/>
          </a:xfrm>
          <a:prstGeom prst="rect">
            <a:avLst/>
          </a:prstGeom>
          <a:solidFill>
            <a:srgbClr val="795548"/>
          </a:solidFill>
          <a:ln w="12700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992624" y="4389120"/>
            <a:ext cx="804672" cy="731520"/>
          </a:xfrm>
          <a:prstGeom prst="rect">
            <a:avLst/>
          </a:prstGeom>
          <a:solidFill>
            <a:srgbClr val="4CAF50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992624" y="4617720"/>
            <a:ext cx="804672" cy="502920"/>
          </a:xfrm>
          <a:prstGeom prst="rect">
            <a:avLst/>
          </a:prstGeom>
          <a:solidFill>
            <a:srgbClr val="795548"/>
          </a:solidFill>
          <a:ln w="12700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824728" y="4389120"/>
            <a:ext cx="804672" cy="731520"/>
          </a:xfrm>
          <a:prstGeom prst="rect">
            <a:avLst/>
          </a:prstGeom>
          <a:solidFill>
            <a:srgbClr val="4CAF50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824728" y="4617720"/>
            <a:ext cx="804672" cy="502920"/>
          </a:xfrm>
          <a:prstGeom prst="rect">
            <a:avLst/>
          </a:prstGeom>
          <a:solidFill>
            <a:srgbClr val="795548"/>
          </a:solidFill>
          <a:ln w="12700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656832" y="4389120"/>
            <a:ext cx="804672" cy="731520"/>
          </a:xfrm>
          <a:prstGeom prst="rect">
            <a:avLst/>
          </a:prstGeom>
          <a:solidFill>
            <a:srgbClr val="4CAF50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656832" y="4617720"/>
            <a:ext cx="804672" cy="502920"/>
          </a:xfrm>
          <a:prstGeom prst="rect">
            <a:avLst/>
          </a:prstGeom>
          <a:solidFill>
            <a:srgbClr val="795548"/>
          </a:solidFill>
          <a:ln w="12700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488936" y="4389120"/>
            <a:ext cx="804672" cy="731520"/>
          </a:xfrm>
          <a:prstGeom prst="rect">
            <a:avLst/>
          </a:prstGeom>
          <a:solidFill>
            <a:srgbClr val="4CAF50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488936" y="4617720"/>
            <a:ext cx="804672" cy="502920"/>
          </a:xfrm>
          <a:prstGeom prst="rect">
            <a:avLst/>
          </a:prstGeom>
          <a:solidFill>
            <a:srgbClr val="795548"/>
          </a:solidFill>
          <a:ln w="12700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321040" y="4389120"/>
            <a:ext cx="804672" cy="731520"/>
          </a:xfrm>
          <a:prstGeom prst="rect">
            <a:avLst/>
          </a:prstGeom>
          <a:solidFill>
            <a:srgbClr val="4CAF50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321040" y="4617720"/>
            <a:ext cx="804672" cy="502920"/>
          </a:xfrm>
          <a:prstGeom prst="rect">
            <a:avLst/>
          </a:prstGeom>
          <a:solidFill>
            <a:srgbClr val="795548"/>
          </a:solidFill>
          <a:ln w="12700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57200" y="3657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2E7D32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THROUGH GAMES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MINECRAFT WORLD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31520" y="16459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Thinking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Coordinates</a:t>
            </a:r>
            <a:endParaRPr lang="en-US" sz="4400" dirty="0"/>
          </a:p>
        </p:txBody>
      </p:sp>
      <p:sp>
        <p:nvSpPr>
          <p:cNvPr id="48" name="Shape 46"/>
          <p:cNvSpPr/>
          <p:nvPr/>
        </p:nvSpPr>
        <p:spPr>
          <a:xfrm>
            <a:off x="6400800" y="1737360"/>
            <a:ext cx="2286000" cy="530352"/>
          </a:xfrm>
          <a:prstGeom prst="roundRect">
            <a:avLst>
              <a:gd name="adj" fmla="val 17241"/>
            </a:avLst>
          </a:prstGeom>
          <a:solidFill>
            <a:srgbClr val="4CAF5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00800" y="173736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00800" y="2395728"/>
            <a:ext cx="2286000" cy="530352"/>
          </a:xfrm>
          <a:prstGeom prst="roundRect">
            <a:avLst>
              <a:gd name="adj" fmla="val 17241"/>
            </a:avLst>
          </a:prstGeom>
          <a:solidFill>
            <a:srgbClr val="1565C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00800" y="239572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+ CS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00800" y="3054096"/>
            <a:ext cx="2286000" cy="530352"/>
          </a:xfrm>
          <a:prstGeom prst="roundRect">
            <a:avLst>
              <a:gd name="adj" fmla="val 17241"/>
            </a:avLst>
          </a:prstGeom>
          <a:solidFill>
            <a:srgbClr val="FFC107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400800" y="305409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6–8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583680" y="3749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(0, 64, 0)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6583680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Origin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stops on the road to game design mastery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325880"/>
            <a:ext cx="2011680" cy="2286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1752" y="107899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11155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" y="2011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paper coordinates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41448" y="105156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41448" y="105156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41448" y="1325880"/>
            <a:ext cx="2011680" cy="2286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14600" y="107899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90088" y="11155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32888" y="1600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Minecraft Tour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32888" y="2011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the world &amp; F3 screen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296" y="105156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54296" y="105156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7955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54296" y="1325880"/>
            <a:ext cx="2011680" cy="228600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27448" y="107899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02936" y="11155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45736" y="1600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Teleport!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45736" y="2011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&amp; move with X/Y/Z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67144" y="105156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67144" y="105156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67144" y="1325880"/>
            <a:ext cx="2011680" cy="228600"/>
          </a:xfrm>
          <a:prstGeom prst="rect">
            <a:avLst/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0296" y="107899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415784" y="11155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58584" y="1600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+ Reflect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58584" y="2011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/tp &amp; exit ticket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8600" y="3474720"/>
            <a:ext cx="8686800" cy="1508760"/>
          </a:xfrm>
          <a:prstGeom prst="roundRect">
            <a:avLst>
              <a:gd name="adj" fmla="val 606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35387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0040" y="39044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Navigate the Minecraft world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0040" y="42245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Understand X/Y/Z in 3D space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0040" y="45445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Teleport to exact coordinates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17720" y="39044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Explain Y = elevation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17720" y="42245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Write /tp commands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 |  10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Paper Challenge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" y="1481328"/>
            <a:ext cx="384048" cy="38404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481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44475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coordinate plane on your graph paper — label X and Y axes.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2608" y="2167128"/>
            <a:ext cx="384048" cy="38404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13055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these 5 points: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A(2,3)   B(−1,4)   C(−3,−2)   D(4,−1)   E(0,0)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92608" y="2852928"/>
            <a:ext cx="384048" cy="38404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2608" y="2852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281635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A→B→C→D→E→A to make a closed shape.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474720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2608" y="3538728"/>
            <a:ext cx="384048" cy="38404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2608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50215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each point with its coordinates.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731520"/>
            <a:ext cx="2834640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35040" y="1225296"/>
            <a:ext cx="2834640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35040" y="1719072"/>
            <a:ext cx="2834640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35040" y="2212848"/>
            <a:ext cx="2834640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0" y="2706624"/>
            <a:ext cx="2834640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35040" y="3200400"/>
            <a:ext cx="2834640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0" y="3694176"/>
            <a:ext cx="2834640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35040" y="4187952"/>
            <a:ext cx="2834640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35040" y="4681728"/>
            <a:ext cx="2834640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35040" y="731520"/>
            <a:ext cx="0" cy="3950208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37376" y="731520"/>
            <a:ext cx="0" cy="3950208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839712" y="731520"/>
            <a:ext cx="0" cy="3950208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242048" y="731520"/>
            <a:ext cx="0" cy="3950208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644384" y="731520"/>
            <a:ext cx="0" cy="3950208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046720" y="731520"/>
            <a:ext cx="0" cy="3950208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449056" y="731520"/>
            <a:ext cx="0" cy="3950208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851392" y="731520"/>
            <a:ext cx="0" cy="3950208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035040" y="2889504"/>
            <a:ext cx="2834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772400" y="731520"/>
            <a:ext cx="0" cy="395020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732520" y="2743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→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589520" y="640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485632" y="1316736"/>
            <a:ext cx="182880" cy="182880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686800" y="1280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78624" y="822960"/>
            <a:ext cx="182880" cy="182880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479792" y="7863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73952" y="3785616"/>
            <a:ext cx="182880" cy="182880"/>
          </a:xfrm>
          <a:prstGeom prst="ellipse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675120" y="3749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595360" y="3264408"/>
            <a:ext cx="182880" cy="182880"/>
          </a:xfrm>
          <a:prstGeom prst="ellipse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791757" y="32552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80960" y="2798064"/>
            <a:ext cx="182880" cy="182880"/>
          </a:xfrm>
          <a:prstGeom prst="ellipse">
            <a:avLst/>
          </a:prstGeom>
          <a:solidFill>
            <a:srgbClr val="8E2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882128" y="27614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2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425196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11480" y="4279392"/>
            <a:ext cx="8321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Bridge: In Minecraft, the world is a 3D grid with X, Y, Z axes. How is it the same as your graph paper? How is it different?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565C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0"/>
            <a:ext cx="9144000" cy="1938528"/>
          </a:xfrm>
          <a:prstGeom prst="rect">
            <a:avLst/>
          </a:prstGeom>
          <a:solidFill>
            <a:srgbClr val="4E34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017520"/>
            <a:ext cx="9144000" cy="274320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ACTIVITY — PART 1  |  WORLD ORIENTATION  |  8 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7315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Minecraft World — Your 3D Game Studio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3657600" cy="1508760"/>
          </a:xfrm>
          <a:prstGeom prst="roundRect">
            <a:avLst>
              <a:gd name="adj" fmla="val 3030"/>
            </a:avLst>
          </a:prstGeom>
          <a:solidFill>
            <a:srgbClr val="111111">
              <a:alpha val="80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4447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 Debug Screen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XYZ:  128.4 / 64.0 / -47.2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482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Block:  128  64  -48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26771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Chunk:  8  4  -3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48716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Facing:  east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70662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Biome:  minecraft:plains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1417320"/>
            <a:ext cx="1508760" cy="1508760"/>
          </a:xfrm>
          <a:prstGeom prst="roundRect">
            <a:avLst>
              <a:gd name="adj" fmla="val 6061"/>
            </a:avLst>
          </a:prstGeom>
          <a:solidFill>
            <a:srgbClr val="E53935">
              <a:alpha val="25000"/>
            </a:srgbClr>
          </a:solidFill>
          <a:ln w="1905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97680" y="144475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297680" y="19476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↔ West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22860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= East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= West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1417320"/>
            <a:ext cx="1508760" cy="1508760"/>
          </a:xfrm>
          <a:prstGeom prst="roundRect">
            <a:avLst>
              <a:gd name="adj" fmla="val 6061"/>
            </a:avLst>
          </a:prstGeom>
          <a:solidFill>
            <a:srgbClr val="FFC107">
              <a:alpha val="25000"/>
            </a:srgbClr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0" y="144475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943600" y="19476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↔ Down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22860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level ≈ 64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= 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89520" y="1417320"/>
            <a:ext cx="1508760" cy="1508760"/>
          </a:xfrm>
          <a:prstGeom prst="roundRect">
            <a:avLst>
              <a:gd name="adj" fmla="val 6061"/>
            </a:avLst>
          </a:prstGeom>
          <a:solidFill>
            <a:srgbClr val="1E88E5">
              <a:alpha val="25000"/>
            </a:srgbClr>
          </a:solidFill>
          <a:ln w="1905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89520" y="144475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589520" y="19476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↔ North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22860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= South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= North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3373740"/>
            <a:ext cx="2011680" cy="1719072"/>
          </a:xfrm>
          <a:prstGeom prst="roundRect">
            <a:avLst>
              <a:gd name="adj" fmla="val 4255"/>
            </a:avLst>
          </a:prstGeom>
          <a:solidFill>
            <a:srgbClr val="4CAF50">
              <a:alpha val="20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34286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 Screen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" y="37395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F3 to see your XYZ coordinates in real time as you move.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41448" y="3373740"/>
            <a:ext cx="2011680" cy="1719072"/>
          </a:xfrm>
          <a:prstGeom prst="roundRect">
            <a:avLst>
              <a:gd name="adj" fmla="val 4255"/>
            </a:avLst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32888" y="34286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Viewport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32888" y="37395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3D world canvas. Walk around to change your coordinates!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54296" y="3373740"/>
            <a:ext cx="2011680" cy="1719072"/>
          </a:xfrm>
          <a:prstGeom prst="roundRect">
            <a:avLst>
              <a:gd name="adj" fmla="val 4255"/>
            </a:avLst>
          </a:prstGeom>
          <a:solidFill>
            <a:srgbClr val="FFC107">
              <a:alpha val="20000"/>
            </a:srgbClr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45736" y="34286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/ Commands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45736" y="37395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T to open chat. Commands like /tp use coordinates directly.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67144" y="3373740"/>
            <a:ext cx="2011680" cy="1719072"/>
          </a:xfrm>
          <a:prstGeom prst="roundRect">
            <a:avLst>
              <a:gd name="adj" fmla="val 4255"/>
            </a:avLst>
          </a:prstGeom>
          <a:solidFill>
            <a:srgbClr val="607D8B">
              <a:alpha val="20000"/>
            </a:srgbClr>
          </a:solidFill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58584" y="34286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/ Map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58584" y="37395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key for items, M for map. Track your position and plan routes.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ACTIVITY — PART 2  |  COORDINATE TELEPORT  |  10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&amp; Move with Coordinates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502920" cy="731520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4447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F3 Screen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7099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F3 and read your current X, Y, Z position aloud to the class.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502920" cy="731520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2402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Coordinates Change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5328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around. Watch how X changes East/West, Z changes North/South, Y changes up hills/in caves.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502920" cy="731520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06324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30906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/tp Commands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3558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chat (T key). Type /tp @s 0 64 0 — where does the player appear?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964493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1A2F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15000" y="1055933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FF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These Coordinates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15000" y="1513133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/tp @s 0 64 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15000" y="1750877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origin (surface)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15000" y="1988621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/tp @s 100 64 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2226365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blocks East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15000" y="2464109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/tp @s 0 20 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15000" y="2701853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Underground!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15000" y="2939597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/tp @s 0 255 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3177341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limit!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15000" y="3415085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/tp @s -50 64 -50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3652829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 of origin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407408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4CAF5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" y="443484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Use /tp to get to X=500, Z=500, sea level. That’s 500 blocks East AND 500 blocks South. Calculate the straight-line distance from spawn!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CONNECTION  |  THE 3-AXIS MYSTERY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3 Axes? And Why Does Y Go Up?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Class (2D)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35661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35661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779776"/>
            <a:ext cx="35661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5661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3621024"/>
            <a:ext cx="35661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4041648"/>
            <a:ext cx="35661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938528"/>
            <a:ext cx="0" cy="210312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96112" y="1938528"/>
            <a:ext cx="0" cy="210312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335024" y="1938528"/>
            <a:ext cx="0" cy="210312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773936" y="1938528"/>
            <a:ext cx="0" cy="210312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12848" y="1938528"/>
            <a:ext cx="0" cy="210312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651760" y="1938528"/>
            <a:ext cx="0" cy="210312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090672" y="1938528"/>
            <a:ext cx="0" cy="210312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29584" y="1938528"/>
            <a:ext cx="0" cy="210312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968496" y="1938528"/>
            <a:ext cx="0" cy="210312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990088"/>
            <a:ext cx="35661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642616" y="1938528"/>
            <a:ext cx="0" cy="210312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0" y="288036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50592" y="182880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(+Y = UP)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1417320"/>
            <a:ext cx="4297680" cy="3200400"/>
          </a:xfrm>
          <a:prstGeom prst="roundRect">
            <a:avLst>
              <a:gd name="adj" fmla="val 2857"/>
            </a:avLst>
          </a:prstGeom>
          <a:solidFill>
            <a:srgbClr val="1A2F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14813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6FF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Minecraft (3D)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720840" y="3200400"/>
            <a:ext cx="1371600" cy="0"/>
          </a:xfrm>
          <a:prstGeom prst="line">
            <a:avLst/>
          </a:prstGeom>
          <a:noFill/>
          <a:ln w="3175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001000" y="30175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(East)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20840" y="3200400"/>
            <a:ext cx="0" cy="0"/>
          </a:xfrm>
          <a:prstGeom prst="line">
            <a:avLst/>
          </a:prstGeom>
          <a:noFill/>
          <a:ln w="317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89320" y="16459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(Up)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20840" y="3200400"/>
            <a:ext cx="0" cy="640080"/>
          </a:xfrm>
          <a:prstGeom prst="line">
            <a:avLst/>
          </a:prstGeom>
          <a:noFill/>
          <a:ln w="3175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09160" y="37033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(South)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29400" y="310896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3886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 = Sky/Ground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63440" y="4160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Y≈64 = Sea level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4363281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 increases UP!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8600" y="4663440"/>
            <a:ext cx="8686800" cy="438912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469087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Difference: Minecraft adds a Z axis (depth/North-South). Y goes UP (like 3D math!). When your character falls, Y DECREASES.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ACTIVITY — PART 3  |  YOUR FIRST MINECRAFT COMMAND  |  7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6FF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Positions with /tp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 w="190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4356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Minecraft Chat (T to open)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1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Teleport to world origin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13969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/tp @s 0 64 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76148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1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Teleport to specific location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07238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/tp @s 100 70 200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69417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1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 10 blocks East (relative!)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869905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/tp @s ~10 ~ ~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928712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1A3A1A"/>
          </a:solidFill>
          <a:ln w="63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89320" y="95614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/tp @s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12396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Teleports 'self' (@s means you, the player)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2160" y="1751672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1A3A1A"/>
          </a:solidFill>
          <a:ln w="63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89320" y="177910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Y  Z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20625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always: East/West, Elevation, North/South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2574632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1A3A1A"/>
          </a:solidFill>
          <a:ln w="63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89320" y="260206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~10 ~ ~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89320" y="28855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Tilde ~ = 'from current position'. Move relatively!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52160" y="3397592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1A3A1A"/>
          </a:solidFill>
          <a:ln w="63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89320" y="342502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F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64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89320" y="37084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level! Use 64 for flat surface teleports.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251960"/>
            <a:ext cx="8595360" cy="640080"/>
          </a:xfrm>
          <a:prstGeom prst="roundRect">
            <a:avLst>
              <a:gd name="adj" fmla="val 14286"/>
            </a:avLst>
          </a:prstGeom>
          <a:solidFill>
            <a:srgbClr val="FFC107">
              <a:alpha val="20000"/>
            </a:srgbClr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42793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Write the /tp command that teleports you to the CENTER of a 1000×1000 Minecraft world map. Predict before running! (Hint: center = X=500, Z=500)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CONNECTION  |  COMPARISON CHART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Plane vs. Minecraft World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389888"/>
            <a:ext cx="2331720" cy="384048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01752" y="1408176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389888"/>
            <a:ext cx="3063240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79192" y="1408176"/>
            <a:ext cx="2962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Coordinate Plane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15000" y="1389888"/>
            <a:ext cx="324612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88152" y="1408176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Minecraft World Coords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773936"/>
            <a:ext cx="2331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1752" y="180136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location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773936"/>
            <a:ext cx="3063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79192" y="1801368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Bottom-left (often centered)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15000" y="1773936"/>
            <a:ext cx="3246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88152" y="1801368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of world map (0, ~64, 0)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231136"/>
            <a:ext cx="2331720" cy="438912"/>
          </a:xfrm>
          <a:prstGeom prst="rect">
            <a:avLst/>
          </a:prstGeom>
          <a:solidFill>
            <a:srgbClr val="F1F8F1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1752" y="225856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axis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6040" y="2231136"/>
            <a:ext cx="3063240" cy="438912"/>
          </a:xfrm>
          <a:prstGeom prst="rect">
            <a:avLst/>
          </a:prstGeom>
          <a:solidFill>
            <a:srgbClr val="F1F8F1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679192" y="2258568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  Right/Left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0" y="2231136"/>
            <a:ext cx="3246120" cy="438912"/>
          </a:xfrm>
          <a:prstGeom prst="rect">
            <a:avLst/>
          </a:prstGeom>
          <a:solidFill>
            <a:srgbClr val="F1F8F1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88152" y="2258568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  East / West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688336"/>
            <a:ext cx="2331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01752" y="271576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axis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06040" y="2688336"/>
            <a:ext cx="3063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79192" y="2715768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⬆️  UP — larger Y = higher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15000" y="2688336"/>
            <a:ext cx="3246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88152" y="2715768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⬆️  UP — elevation! Same direction!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145536"/>
            <a:ext cx="2331720" cy="438912"/>
          </a:xfrm>
          <a:prstGeom prst="rect">
            <a:avLst/>
          </a:prstGeom>
          <a:solidFill>
            <a:srgbClr val="F1F8F1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01752" y="317296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axis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06040" y="3145536"/>
            <a:ext cx="3063240" cy="438912"/>
          </a:xfrm>
          <a:prstGeom prst="rect">
            <a:avLst/>
          </a:prstGeom>
          <a:solidFill>
            <a:srgbClr val="F1F8F1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679192" y="3172968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 (only 2D)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15000" y="3145536"/>
            <a:ext cx="3246120" cy="438912"/>
          </a:xfrm>
          <a:prstGeom prst="rect">
            <a:avLst/>
          </a:prstGeom>
          <a:solidFill>
            <a:srgbClr val="F1F8F1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788152" y="3172968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  South / North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3602736"/>
            <a:ext cx="2331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01752" y="363016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coords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06040" y="3602736"/>
            <a:ext cx="3063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679192" y="3630168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(4 quadrants)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15000" y="3602736"/>
            <a:ext cx="3246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788152" y="3630168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Off-map or below bedrock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" y="4059936"/>
            <a:ext cx="2331720" cy="438912"/>
          </a:xfrm>
          <a:prstGeom prst="rect">
            <a:avLst/>
          </a:prstGeom>
          <a:solidFill>
            <a:srgbClr val="F1F8F1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01752" y="408736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for…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06040" y="4059936"/>
            <a:ext cx="3063240" cy="438912"/>
          </a:xfrm>
          <a:prstGeom prst="rect">
            <a:avLst/>
          </a:prstGeom>
          <a:solidFill>
            <a:srgbClr val="F1F8F1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679192" y="4087368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Algebra, geometry, graphing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715000" y="4059936"/>
            <a:ext cx="3246120" cy="438912"/>
          </a:xfrm>
          <a:prstGeom prst="rect">
            <a:avLst/>
          </a:prstGeom>
          <a:solidFill>
            <a:srgbClr val="F1F8F1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788152" y="4087368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Placing blocks, navigation, commands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8600" y="4645152"/>
            <a:ext cx="8686800" cy="45720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5760" y="46725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Y goes UP in both systems! The big new idea is Z — the third axis that adds depth to the world.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REFLECTION + EXIT TICKET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Go...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Question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84708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the Minecraft world coordinate system similar to the coordinate plane you use in math class? How is it different? Give at least one specific example using X, Y, Z numbers.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89888"/>
            <a:ext cx="4206240" cy="3200400"/>
          </a:xfrm>
          <a:prstGeom prst="roundRect">
            <a:avLst>
              <a:gd name="adj" fmla="val 3429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4630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— Answer on your slip before leaving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201168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9472" y="2039112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 In Minecraft, what does the Y coordinate represent?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83464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9472" y="2862072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 If a player is at (100, 64, 200) and walks 50 blocks South, what is the new Z value?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365760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9472" y="3685032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 Write a /tp command that teleports a player to X=512, Y=64, Z=512.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1081</Words>
  <Application>Microsoft Macintosh PowerPoint</Application>
  <PresentationFormat>On-screen Show (16:9)</PresentationFormat>
  <Paragraphs>176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- Day 2 Minecraft</dc:title>
  <dc:subject>PptxGenJS Presentation</dc:subject>
  <dc:creator>PptxGenJS</dc:creator>
  <cp:lastModifiedBy>Babichenko, Dmitriy</cp:lastModifiedBy>
  <cp:revision>19</cp:revision>
  <dcterms:created xsi:type="dcterms:W3CDTF">2026-06-16T15:06:04Z</dcterms:created>
  <dcterms:modified xsi:type="dcterms:W3CDTF">2026-06-29T01:00:54Z</dcterms:modified>
</cp:coreProperties>
</file>