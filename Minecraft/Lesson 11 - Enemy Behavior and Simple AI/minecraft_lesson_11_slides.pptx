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9" d="100"/>
          <a:sy n="149" d="100"/>
        </p:scale>
        <p:origin x="53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20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394960" y="91440"/>
            <a:ext cx="228600" cy="22860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0" y="91440"/>
            <a:ext cx="228600" cy="22860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0" y="91440"/>
            <a:ext cx="228600" cy="22860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94960" y="365760"/>
            <a:ext cx="228600" cy="22860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0" y="365760"/>
            <a:ext cx="228600" cy="22860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94960" y="640080"/>
            <a:ext cx="228600" cy="22860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0" y="640080"/>
            <a:ext cx="228600" cy="22860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0" y="640080"/>
            <a:ext cx="228600" cy="22860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Enemy Behavior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Simple AI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 ·  Vectors  ·  State Machines  ·  MakeCode for Minecraft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1188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49440" y="2468880"/>
            <a:ext cx="1188720" cy="0"/>
          </a:xfrm>
          <a:prstGeom prst="line">
            <a:avLst/>
          </a:prstGeom>
          <a:noFill/>
          <a:ln w="317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49440" y="2468880"/>
            <a:ext cx="0" cy="457200"/>
          </a:xfrm>
          <a:prstGeom prst="line">
            <a:avLst/>
          </a:prstGeom>
          <a:noFill/>
          <a:ln w="31750">
            <a:solidFill>
              <a:srgbClr val="40C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49440" y="2468880"/>
            <a:ext cx="0" cy="0"/>
          </a:xfrm>
          <a:prstGeom prst="line">
            <a:avLst/>
          </a:prstGeom>
          <a:noFill/>
          <a:ln w="317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75120" y="2011680"/>
            <a:ext cx="201168" cy="201168"/>
          </a:xfrm>
          <a:prstGeom prst="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03720" y="2011680"/>
            <a:ext cx="201168" cy="201168"/>
          </a:xfrm>
          <a:prstGeom prst="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75120" y="2240280"/>
            <a:ext cx="201168" cy="201168"/>
          </a:xfrm>
          <a:prstGeom prst="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03720" y="2240280"/>
            <a:ext cx="201168" cy="201168"/>
          </a:xfrm>
          <a:prstGeom prst="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Design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4632" y="217627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enemy mob behavior using MakeCode for Minecraft Education Edition. Control mob movement with agent commands and coordinate math.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172968" y="8229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172968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&amp; Physics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337560" y="217627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X/Z coordinate differences to calculate direction vectors. Understand normalization and velocity in Minecraft's block-grid world.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25896" y="8229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025896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Science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190488" y="217627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simple state machine with PATROL and CHASE states using MakeCode JavaScript to drive mob AI logic.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65760" y="4251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Standards: CCSS Math 6–8G · HSN-VM Vectors  |  NGSS MS-PS2-2  |  CSTA 2-AP-10, 2-AP-13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 ·  5–8 Minutes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56703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84135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Minecraft, a zombie is at block (10, 64, 10) and the player is at (16, 64, 15).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direction should the zombie move? Sketch the path on graph paper.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0040" y="2341548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318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318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51276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positions: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− enemy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(16−10, 15−10)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(6, 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68880" y="2341548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17520" y="22318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22318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451276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difference vector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from zombie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 the player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X/Z plane.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17720" y="2341548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66360" y="22318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22318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451276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(6, 5) is too big 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that many blocks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tick — we need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normalize it!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2341548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4CAF5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22318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22318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451276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what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normalization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in MakeCode.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it!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CONNECTION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&amp; Normalization  (Minecraft Context)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713232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Vector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target_pos − self_pos = (6, 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from zombie toward player on X/Z plane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804672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713232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Magnitude (Length)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|v| = √(dx² + dz²) = √(6²+5²) ≈ 7.81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3042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apart are they in blocks?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49240" y="713232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916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v̂ = v / |v|   so   |v̂| = 1.0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3042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only — length becomes exactly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804672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98080" y="713232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Speed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= v̂ × speed (blocks per tick)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23042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Zombie moves at exactly 'speed' blocks/tick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58970"/>
            <a:ext cx="8503920" cy="1051560"/>
          </a:xfrm>
          <a:prstGeom prst="roundRect">
            <a:avLst>
              <a:gd name="adj" fmla="val 8696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71383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00644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Normalizing separates direction from speed. In Minecraft's block grid we also use Math.round() because blocks are whole-number positions — we can't teleport an agent to a fractional coordinate.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Basic Chase Behavior  ·  10 Minutes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434840" cy="4160520"/>
          </a:xfrm>
          <a:prstGeom prst="roundRect">
            <a:avLst>
              <a:gd name="adj" fmla="val 2198"/>
            </a:avLst>
          </a:prstGeom>
          <a:solidFill>
            <a:srgbClr val="1A2E1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 Chase — MakeCode JavaScript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game.onGameUpdate(function 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px = player.position()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.getValue(Axis.X);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pz = player.position()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.getValue(Axis.Z);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ex = agent.getPosition()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.getValue(Axis.X);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ez = agent.getPosition()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.getValue(Axis.Z);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dx = px - ex;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dz = pz - ez;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mag = Math.sqrt(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dx*dx + dz*dz);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(mag &gt; 1)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mx = Math.round(dx/mag);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mz = Math.round(dz/mag);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agent.teleport(pos(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ex+mx, ey, ez+mz),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CompassDirection.West);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92040" y="749808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786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player.position()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0607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the local player's X/Y/Z coordinates in the world. We use Axis.X and Axis.Z for horizontal movement.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664208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700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.getValue(Axis.X/Z)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9751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a single axis from the Position object. We ignore Y (height) for flat-plane mob movement.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2578608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Math.round()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8895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blocks are integers — we round the normalized float to the nearest whole number of blocks to move.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3493008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3529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agent.teleport()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8039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the agent to a new absolute position in the world. This is our 'move enemy' command.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State Machine: Patrol &amp; Chase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enemy can only be in ONE state at a time. Each state has its own behavior and transition rules.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00400" cy="2651760"/>
          </a:xfrm>
          <a:prstGeom prst="roundRect">
            <a:avLst>
              <a:gd name="adj" fmla="val 5172"/>
            </a:avLst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left/right along X axis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 at boundary blocks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teleport(patrolDir * speed)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03320" y="2194560"/>
            <a:ext cx="1737360" cy="0"/>
          </a:xfrm>
          <a:prstGeom prst="line">
            <a:avLst/>
          </a:prstGeom>
          <a:noFill/>
          <a:ln w="317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CAF50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03320" y="2560320"/>
            <a:ext cx="1737360" cy="0"/>
          </a:xfrm>
          <a:prstGeom prst="line">
            <a:avLst/>
          </a:prstGeom>
          <a:noFill/>
          <a:ln w="3175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D6A7"/>
                </a:solidFill>
              </a:rPr>
              <a:t>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0D2B0D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75564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CHASE
  if dist &lt; 8 blocks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PATROL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dist ≥ 8 blocks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0" y="1051560"/>
            <a:ext cx="3200400" cy="2651760"/>
          </a:xfrm>
          <a:prstGeom prst="roundRect">
            <a:avLst>
              <a:gd name="adj" fmla="val 5172"/>
            </a:avLst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0" y="1170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23560" y="1719072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toward player's X/Z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vector normalization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teleport(normalized * speed)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Minecraft Mob AI Uses This Pattern: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Zombie: Patrol → Chase → Attack  ·  Distance trigger    |    Creeper: Chase → Detonate state at 3 blocks    |    Enderman: Neutral → Hostile on eye contact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MakeCode — State Machine: Patrol + Chase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4160520"/>
          </a:xfrm>
          <a:prstGeom prst="roundRect">
            <a:avLst>
              <a:gd name="adj" fmla="val 2198"/>
            </a:avLst>
          </a:prstGeom>
          <a:solidFill>
            <a:srgbClr val="1A2E1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 State Machine — MakeCode JavaScript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PATROL = 0;  const CHASE = 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currentState = PATROL;  let patrolDir = 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detectRange = 8;  const speed = 1;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game.onGameUpdate(function 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px = player.position().getValue(Axis.X);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pz = player.position().getValue(Axis.Z);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ex = agent.getPosition().getValue(Axis.X);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ez = agent.getPosition().getValue(Axis.Z);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ey = agent.getPosition().getValue(Axis.Y);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dist = Math.sqrt((px-ex)*(px-ex) + (pz-ez)*(pz-ez));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── State Transition ──────────────────────────────────────────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(dist &lt; detectRange) { currentState = CHASE;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                   { currentState = PATROL;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── State Behavior ────────────────────────────────────────────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(currentState === PATROL)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newX = ex + patrolDir * speed;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(newX &gt; 20) patrolDir = -1;  if (newX &lt; 10) patrolDir = 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agent.teleport(pos(newX, ey, ez), CompassDirection.West);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dx = px-ex;  let dz = pz-ez;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mag = Math.sqrt(dx*dx + dz*dz);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agent.teleport(pos(ex + Math.round(dx/mag), ey, ez + Math.round(dz/mag)),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CompassDirection.West);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EXTENSIONS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595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2252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a patrol state: agent moves left/right along X until it detects the player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Euclidean distance formula to trigger the switch to CHASE state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and observe the difference in how the enemy feels to play against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73152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1B5E20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72968" y="8595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72968" y="12252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60020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a RETURN state: agent goes back to spawn coordinate after losing sight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a WAIT state: agent pauses 1 second (loops.pause) before chasing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Print current state to Minecraft chat bar using player.say()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25896" y="73152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25896" y="8595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25896" y="12252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63056" y="160020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line-of-sight by checking for blocks between enemy and player with blocks.testForBlock()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two agent enemies with different speeds and detection ranges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a FLEE state triggered when the player is within 3 blocks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DESIGN CONNECTION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Enemy AI Shapes Narrative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481328"/>
          </a:xfrm>
          <a:prstGeom prst="roundRect">
            <a:avLst>
              <a:gd name="adj" fmla="val 6173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0241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Patrol creates tension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371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feel they can outsmart a predictable mob. Builds strategic, calculated gameplay and a sense of control.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97480" cy="1481328"/>
          </a:xfrm>
          <a:prstGeom prst="roundRect">
            <a:avLst>
              <a:gd name="adj" fmla="val 6173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82696" y="10241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Chase creates urgency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82696" y="1371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Panic and adrenaline! Changes the entire emotional tone of the level — fight-or-flight kicks in.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25896" y="960120"/>
            <a:ext cx="2697480" cy="1481328"/>
          </a:xfrm>
          <a:prstGeom prst="roundRect">
            <a:avLst>
              <a:gd name="adj" fmla="val 6173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35624" y="10241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= Character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35624" y="1371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mobs move tells a story about the world. A slow undead zombie vs. a fast, aggressive spider feel completely different.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259689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Minecraft Mob AI Examples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809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Zombie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298094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patrol until player detected within ~16 blocks, then chase → attack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364992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015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Creeper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40156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state → switches to DETONATE state when within 3 blocks of player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785616"/>
            <a:ext cx="850392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8221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Enderman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38221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state → HOSTILE state triggered by direct player eye contact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206240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242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424281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patrol → Dive-bomb chase when player insomnia timer is active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&amp; EXIT TICKET  ·  8–10 Minutes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206240" cy="3767328"/>
          </a:xfrm>
          <a:prstGeom prst="roundRect">
            <a:avLst>
              <a:gd name="adj" fmla="val 2427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435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Minecraft mobs feel different when they chase vs. patrol? How does that affect your map design?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math concepts from class did you use today?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were making a horror Minecraft map, how would you use mob states to build fear?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4930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each mob has a slightly different speed or detection range?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731519"/>
            <a:ext cx="4206240" cy="3767327"/>
          </a:xfrm>
          <a:prstGeom prst="roundRect">
            <a:avLst>
              <a:gd name="adj" fmla="val 3333"/>
            </a:avLst>
          </a:prstGeom>
          <a:solidFill>
            <a:srgbClr val="1B5E20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1188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on index card or Google Form: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73168" y="1527048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in your own words what normalizing a vector does, and why we use Math.round() in Minecraft.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2121408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two states in today's mob AI and what triggers the switch.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2715768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2697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one change you'd make to the enemy to improve your Minecraft map?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systems, mob attacks &amp; damage-on-collision using vector knockback!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1523</Words>
  <Application>Microsoft Macintosh PowerPoint</Application>
  <PresentationFormat>On-screen Show (16:9)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11 – Minecraft Edition</dc:title>
  <dc:subject>PptxGenJS Presentation</dc:subject>
  <dc:creator>PptxGenJS</dc:creator>
  <cp:lastModifiedBy>Babichenko, Dmitriy</cp:lastModifiedBy>
  <cp:revision>6</cp:revision>
  <dcterms:created xsi:type="dcterms:W3CDTF">2026-06-16T18:13:22Z</dcterms:created>
  <dcterms:modified xsi:type="dcterms:W3CDTF">2026-06-29T14:24:33Z</dcterms:modified>
</cp:coreProperties>
</file>